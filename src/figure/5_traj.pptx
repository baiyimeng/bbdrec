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56" r:id="rId2"/>
  </p:sldIdLst>
  <p:sldSz cx="5040313" cy="70199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21"/>
    <p:restoredTop sz="94719"/>
  </p:normalViewPr>
  <p:slideViewPr>
    <p:cSldViewPr snapToGrid="0">
      <p:cViewPr varScale="1">
        <p:scale>
          <a:sx n="148" d="100"/>
          <a:sy n="148" d="100"/>
        </p:scale>
        <p:origin x="37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8024" y="1148863"/>
            <a:ext cx="4284266" cy="2443974"/>
          </a:xfrm>
        </p:spPr>
        <p:txBody>
          <a:bodyPr anchor="b"/>
          <a:lstStyle>
            <a:lvl1pPr algn="ctr">
              <a:defRPr sz="330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0039" y="3687086"/>
            <a:ext cx="3780235" cy="1694856"/>
          </a:xfrm>
        </p:spPr>
        <p:txBody>
          <a:bodyPr/>
          <a:lstStyle>
            <a:lvl1pPr marL="0" indent="0" algn="ctr">
              <a:buNone/>
              <a:defRPr sz="1323"/>
            </a:lvl1pPr>
            <a:lvl2pPr marL="252009" indent="0" algn="ctr">
              <a:buNone/>
              <a:defRPr sz="1102"/>
            </a:lvl2pPr>
            <a:lvl3pPr marL="504017" indent="0" algn="ctr">
              <a:buNone/>
              <a:defRPr sz="992"/>
            </a:lvl3pPr>
            <a:lvl4pPr marL="756026" indent="0" algn="ctr">
              <a:buNone/>
              <a:defRPr sz="882"/>
            </a:lvl4pPr>
            <a:lvl5pPr marL="1008035" indent="0" algn="ctr">
              <a:buNone/>
              <a:defRPr sz="882"/>
            </a:lvl5pPr>
            <a:lvl6pPr marL="1260043" indent="0" algn="ctr">
              <a:buNone/>
              <a:defRPr sz="882"/>
            </a:lvl6pPr>
            <a:lvl7pPr marL="1512052" indent="0" algn="ctr">
              <a:buNone/>
              <a:defRPr sz="882"/>
            </a:lvl7pPr>
            <a:lvl8pPr marL="1764060" indent="0" algn="ctr">
              <a:buNone/>
              <a:defRPr sz="882"/>
            </a:lvl8pPr>
            <a:lvl9pPr marL="2016069" indent="0" algn="ctr">
              <a:buNone/>
              <a:defRPr sz="882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5B4E7-CB62-1D48-9B6D-842A6792E445}" type="datetimeFigureOut">
              <a:rPr kumimoji="1" lang="zh-CN" altLang="en-US" smtClean="0"/>
              <a:t>2026/5/11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D5ACA-7948-9740-9779-4154AE620FB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74617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5B4E7-CB62-1D48-9B6D-842A6792E445}" type="datetimeFigureOut">
              <a:rPr kumimoji="1" lang="zh-CN" altLang="en-US" smtClean="0"/>
              <a:t>2026/5/11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D5ACA-7948-9740-9779-4154AE620FB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10208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897" y="1750108"/>
            <a:ext cx="4347270" cy="2920093"/>
          </a:xfrm>
        </p:spPr>
        <p:txBody>
          <a:bodyPr anchor="b"/>
          <a:lstStyle>
            <a:lvl1pPr>
              <a:defRPr sz="330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897" y="4697827"/>
            <a:ext cx="4347270" cy="1535608"/>
          </a:xfrm>
        </p:spPr>
        <p:txBody>
          <a:bodyPr/>
          <a:lstStyle>
            <a:lvl1pPr marL="0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1pPr>
            <a:lvl2pPr marL="252009" indent="0">
              <a:buNone/>
              <a:defRPr sz="1102">
                <a:solidFill>
                  <a:schemeClr val="tx1">
                    <a:tint val="82000"/>
                  </a:schemeClr>
                </a:solidFill>
              </a:defRPr>
            </a:lvl2pPr>
            <a:lvl3pPr marL="504017" indent="0">
              <a:buNone/>
              <a:defRPr sz="992">
                <a:solidFill>
                  <a:schemeClr val="tx1">
                    <a:tint val="82000"/>
                  </a:schemeClr>
                </a:solidFill>
              </a:defRPr>
            </a:lvl3pPr>
            <a:lvl4pPr marL="756026" indent="0">
              <a:buNone/>
              <a:defRPr sz="882">
                <a:solidFill>
                  <a:schemeClr val="tx1">
                    <a:tint val="82000"/>
                  </a:schemeClr>
                </a:solidFill>
              </a:defRPr>
            </a:lvl4pPr>
            <a:lvl5pPr marL="1008035" indent="0">
              <a:buNone/>
              <a:defRPr sz="882">
                <a:solidFill>
                  <a:schemeClr val="tx1">
                    <a:tint val="82000"/>
                  </a:schemeClr>
                </a:solidFill>
              </a:defRPr>
            </a:lvl5pPr>
            <a:lvl6pPr marL="1260043" indent="0">
              <a:buNone/>
              <a:defRPr sz="882">
                <a:solidFill>
                  <a:schemeClr val="tx1">
                    <a:tint val="82000"/>
                  </a:schemeClr>
                </a:solidFill>
              </a:defRPr>
            </a:lvl6pPr>
            <a:lvl7pPr marL="1512052" indent="0">
              <a:buNone/>
              <a:defRPr sz="882">
                <a:solidFill>
                  <a:schemeClr val="tx1">
                    <a:tint val="82000"/>
                  </a:schemeClr>
                </a:solidFill>
              </a:defRPr>
            </a:lvl7pPr>
            <a:lvl8pPr marL="1764060" indent="0">
              <a:buNone/>
              <a:defRPr sz="882">
                <a:solidFill>
                  <a:schemeClr val="tx1">
                    <a:tint val="82000"/>
                  </a:schemeClr>
                </a:solidFill>
              </a:defRPr>
            </a:lvl8pPr>
            <a:lvl9pPr marL="2016069" indent="0">
              <a:buNone/>
              <a:defRPr sz="88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5B4E7-CB62-1D48-9B6D-842A6792E445}" type="datetimeFigureOut">
              <a:rPr kumimoji="1" lang="zh-CN" altLang="en-US" smtClean="0"/>
              <a:t>2026/5/11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D5ACA-7948-9740-9779-4154AE620FB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83819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522" y="1868730"/>
            <a:ext cx="2142133" cy="445407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51658" y="1868730"/>
            <a:ext cx="2142133" cy="445407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5B4E7-CB62-1D48-9B6D-842A6792E445}" type="datetimeFigureOut">
              <a:rPr kumimoji="1" lang="zh-CN" altLang="en-US" smtClean="0"/>
              <a:t>2026/5/11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D5ACA-7948-9740-9779-4154AE620FB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89759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78" y="373748"/>
            <a:ext cx="4347270" cy="135686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7179" y="1720857"/>
            <a:ext cx="2132288" cy="843365"/>
          </a:xfrm>
        </p:spPr>
        <p:txBody>
          <a:bodyPr anchor="b"/>
          <a:lstStyle>
            <a:lvl1pPr marL="0" indent="0">
              <a:buNone/>
              <a:defRPr sz="1323" b="1"/>
            </a:lvl1pPr>
            <a:lvl2pPr marL="252009" indent="0">
              <a:buNone/>
              <a:defRPr sz="1102" b="1"/>
            </a:lvl2pPr>
            <a:lvl3pPr marL="504017" indent="0">
              <a:buNone/>
              <a:defRPr sz="992" b="1"/>
            </a:lvl3pPr>
            <a:lvl4pPr marL="756026" indent="0">
              <a:buNone/>
              <a:defRPr sz="882" b="1"/>
            </a:lvl4pPr>
            <a:lvl5pPr marL="1008035" indent="0">
              <a:buNone/>
              <a:defRPr sz="882" b="1"/>
            </a:lvl5pPr>
            <a:lvl6pPr marL="1260043" indent="0">
              <a:buNone/>
              <a:defRPr sz="882" b="1"/>
            </a:lvl6pPr>
            <a:lvl7pPr marL="1512052" indent="0">
              <a:buNone/>
              <a:defRPr sz="882" b="1"/>
            </a:lvl7pPr>
            <a:lvl8pPr marL="1764060" indent="0">
              <a:buNone/>
              <a:defRPr sz="882" b="1"/>
            </a:lvl8pPr>
            <a:lvl9pPr marL="2016069" indent="0">
              <a:buNone/>
              <a:defRPr sz="88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79" y="2564223"/>
            <a:ext cx="2132288" cy="377158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51658" y="1720857"/>
            <a:ext cx="2142790" cy="843365"/>
          </a:xfrm>
        </p:spPr>
        <p:txBody>
          <a:bodyPr anchor="b"/>
          <a:lstStyle>
            <a:lvl1pPr marL="0" indent="0">
              <a:buNone/>
              <a:defRPr sz="1323" b="1"/>
            </a:lvl1pPr>
            <a:lvl2pPr marL="252009" indent="0">
              <a:buNone/>
              <a:defRPr sz="1102" b="1"/>
            </a:lvl2pPr>
            <a:lvl3pPr marL="504017" indent="0">
              <a:buNone/>
              <a:defRPr sz="992" b="1"/>
            </a:lvl3pPr>
            <a:lvl4pPr marL="756026" indent="0">
              <a:buNone/>
              <a:defRPr sz="882" b="1"/>
            </a:lvl4pPr>
            <a:lvl5pPr marL="1008035" indent="0">
              <a:buNone/>
              <a:defRPr sz="882" b="1"/>
            </a:lvl5pPr>
            <a:lvl6pPr marL="1260043" indent="0">
              <a:buNone/>
              <a:defRPr sz="882" b="1"/>
            </a:lvl6pPr>
            <a:lvl7pPr marL="1512052" indent="0">
              <a:buNone/>
              <a:defRPr sz="882" b="1"/>
            </a:lvl7pPr>
            <a:lvl8pPr marL="1764060" indent="0">
              <a:buNone/>
              <a:defRPr sz="882" b="1"/>
            </a:lvl8pPr>
            <a:lvl9pPr marL="2016069" indent="0">
              <a:buNone/>
              <a:defRPr sz="88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51658" y="2564223"/>
            <a:ext cx="2142790" cy="377158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5B4E7-CB62-1D48-9B6D-842A6792E445}" type="datetimeFigureOut">
              <a:rPr kumimoji="1" lang="zh-CN" altLang="en-US" smtClean="0"/>
              <a:t>2026/5/11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D5ACA-7948-9740-9779-4154AE620FB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84467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5B4E7-CB62-1D48-9B6D-842A6792E445}" type="datetimeFigureOut">
              <a:rPr kumimoji="1" lang="zh-CN" altLang="en-US" smtClean="0"/>
              <a:t>2026/5/11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D5ACA-7948-9740-9779-4154AE620FB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53836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5B4E7-CB62-1D48-9B6D-842A6792E445}" type="datetimeFigureOut">
              <a:rPr kumimoji="1" lang="zh-CN" altLang="en-US" smtClean="0"/>
              <a:t>2026/5/11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D5ACA-7948-9740-9779-4154AE620FB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68844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78" y="467995"/>
            <a:ext cx="1625632" cy="1637983"/>
          </a:xfrm>
        </p:spPr>
        <p:txBody>
          <a:bodyPr anchor="b"/>
          <a:lstStyle>
            <a:lvl1pPr>
              <a:defRPr sz="176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790" y="1010741"/>
            <a:ext cx="2551658" cy="4988697"/>
          </a:xfrm>
        </p:spPr>
        <p:txBody>
          <a:bodyPr/>
          <a:lstStyle>
            <a:lvl1pPr>
              <a:defRPr sz="1764"/>
            </a:lvl1pPr>
            <a:lvl2pPr>
              <a:defRPr sz="1543"/>
            </a:lvl2pPr>
            <a:lvl3pPr>
              <a:defRPr sz="1323"/>
            </a:lvl3pPr>
            <a:lvl4pPr>
              <a:defRPr sz="1102"/>
            </a:lvl4pPr>
            <a:lvl5pPr>
              <a:defRPr sz="1102"/>
            </a:lvl5pPr>
            <a:lvl6pPr>
              <a:defRPr sz="1102"/>
            </a:lvl6pPr>
            <a:lvl7pPr>
              <a:defRPr sz="1102"/>
            </a:lvl7pPr>
            <a:lvl8pPr>
              <a:defRPr sz="1102"/>
            </a:lvl8pPr>
            <a:lvl9pPr>
              <a:defRPr sz="1102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178" y="2105977"/>
            <a:ext cx="1625632" cy="3901584"/>
          </a:xfrm>
        </p:spPr>
        <p:txBody>
          <a:bodyPr/>
          <a:lstStyle>
            <a:lvl1pPr marL="0" indent="0">
              <a:buNone/>
              <a:defRPr sz="882"/>
            </a:lvl1pPr>
            <a:lvl2pPr marL="252009" indent="0">
              <a:buNone/>
              <a:defRPr sz="772"/>
            </a:lvl2pPr>
            <a:lvl3pPr marL="504017" indent="0">
              <a:buNone/>
              <a:defRPr sz="661"/>
            </a:lvl3pPr>
            <a:lvl4pPr marL="756026" indent="0">
              <a:buNone/>
              <a:defRPr sz="551"/>
            </a:lvl4pPr>
            <a:lvl5pPr marL="1008035" indent="0">
              <a:buNone/>
              <a:defRPr sz="551"/>
            </a:lvl5pPr>
            <a:lvl6pPr marL="1260043" indent="0">
              <a:buNone/>
              <a:defRPr sz="551"/>
            </a:lvl6pPr>
            <a:lvl7pPr marL="1512052" indent="0">
              <a:buNone/>
              <a:defRPr sz="551"/>
            </a:lvl7pPr>
            <a:lvl8pPr marL="1764060" indent="0">
              <a:buNone/>
              <a:defRPr sz="551"/>
            </a:lvl8pPr>
            <a:lvl9pPr marL="2016069" indent="0">
              <a:buNone/>
              <a:defRPr sz="55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5B4E7-CB62-1D48-9B6D-842A6792E445}" type="datetimeFigureOut">
              <a:rPr kumimoji="1" lang="zh-CN" altLang="en-US" smtClean="0"/>
              <a:t>2026/5/11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D5ACA-7948-9740-9779-4154AE620FB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36174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78" y="467995"/>
            <a:ext cx="1625632" cy="1637983"/>
          </a:xfrm>
        </p:spPr>
        <p:txBody>
          <a:bodyPr anchor="b"/>
          <a:lstStyle>
            <a:lvl1pPr>
              <a:defRPr sz="176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42790" y="1010741"/>
            <a:ext cx="2551658" cy="4988697"/>
          </a:xfrm>
        </p:spPr>
        <p:txBody>
          <a:bodyPr anchor="t"/>
          <a:lstStyle>
            <a:lvl1pPr marL="0" indent="0">
              <a:buNone/>
              <a:defRPr sz="1764"/>
            </a:lvl1pPr>
            <a:lvl2pPr marL="252009" indent="0">
              <a:buNone/>
              <a:defRPr sz="1543"/>
            </a:lvl2pPr>
            <a:lvl3pPr marL="504017" indent="0">
              <a:buNone/>
              <a:defRPr sz="1323"/>
            </a:lvl3pPr>
            <a:lvl4pPr marL="756026" indent="0">
              <a:buNone/>
              <a:defRPr sz="1102"/>
            </a:lvl4pPr>
            <a:lvl5pPr marL="1008035" indent="0">
              <a:buNone/>
              <a:defRPr sz="1102"/>
            </a:lvl5pPr>
            <a:lvl6pPr marL="1260043" indent="0">
              <a:buNone/>
              <a:defRPr sz="1102"/>
            </a:lvl6pPr>
            <a:lvl7pPr marL="1512052" indent="0">
              <a:buNone/>
              <a:defRPr sz="1102"/>
            </a:lvl7pPr>
            <a:lvl8pPr marL="1764060" indent="0">
              <a:buNone/>
              <a:defRPr sz="1102"/>
            </a:lvl8pPr>
            <a:lvl9pPr marL="2016069" indent="0">
              <a:buNone/>
              <a:defRPr sz="1102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178" y="2105977"/>
            <a:ext cx="1625632" cy="3901584"/>
          </a:xfrm>
        </p:spPr>
        <p:txBody>
          <a:bodyPr/>
          <a:lstStyle>
            <a:lvl1pPr marL="0" indent="0">
              <a:buNone/>
              <a:defRPr sz="882"/>
            </a:lvl1pPr>
            <a:lvl2pPr marL="252009" indent="0">
              <a:buNone/>
              <a:defRPr sz="772"/>
            </a:lvl2pPr>
            <a:lvl3pPr marL="504017" indent="0">
              <a:buNone/>
              <a:defRPr sz="661"/>
            </a:lvl3pPr>
            <a:lvl4pPr marL="756026" indent="0">
              <a:buNone/>
              <a:defRPr sz="551"/>
            </a:lvl4pPr>
            <a:lvl5pPr marL="1008035" indent="0">
              <a:buNone/>
              <a:defRPr sz="551"/>
            </a:lvl5pPr>
            <a:lvl6pPr marL="1260043" indent="0">
              <a:buNone/>
              <a:defRPr sz="551"/>
            </a:lvl6pPr>
            <a:lvl7pPr marL="1512052" indent="0">
              <a:buNone/>
              <a:defRPr sz="551"/>
            </a:lvl7pPr>
            <a:lvl8pPr marL="1764060" indent="0">
              <a:buNone/>
              <a:defRPr sz="551"/>
            </a:lvl8pPr>
            <a:lvl9pPr marL="2016069" indent="0">
              <a:buNone/>
              <a:defRPr sz="55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5B4E7-CB62-1D48-9B6D-842A6792E445}" type="datetimeFigureOut">
              <a:rPr kumimoji="1" lang="zh-CN" altLang="en-US" smtClean="0"/>
              <a:t>2026/5/11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D5ACA-7948-9740-9779-4154AE620FB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75312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5B4E7-CB62-1D48-9B6D-842A6792E445}" type="datetimeFigureOut">
              <a:rPr kumimoji="1" lang="zh-CN" altLang="en-US" smtClean="0"/>
              <a:t>2026/5/11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D5ACA-7948-9740-9779-4154AE620FB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0065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06975" y="373746"/>
            <a:ext cx="1086817" cy="59490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6522" y="373746"/>
            <a:ext cx="3197449" cy="59490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5B4E7-CB62-1D48-9B6D-842A6792E445}" type="datetimeFigureOut">
              <a:rPr kumimoji="1" lang="zh-CN" altLang="en-US" smtClean="0"/>
              <a:t>2026/5/11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D5ACA-7948-9740-9779-4154AE620FB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41155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6522" y="373748"/>
            <a:ext cx="4347270" cy="13568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522" y="1868730"/>
            <a:ext cx="4347270" cy="4454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6522" y="6506432"/>
            <a:ext cx="1134070" cy="37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6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15B4E7-CB62-1D48-9B6D-842A6792E445}" type="datetimeFigureOut">
              <a:rPr kumimoji="1" lang="zh-CN" altLang="en-US" smtClean="0"/>
              <a:t>2026/5/11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69604" y="6506432"/>
            <a:ext cx="1701106" cy="37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6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59721" y="6506432"/>
            <a:ext cx="1134070" cy="37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6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6D5ACA-7948-9740-9779-4154AE620FB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41324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504017" rtl="0" eaLnBrk="1" latinLnBrk="0" hangingPunct="1">
        <a:lnSpc>
          <a:spcPct val="90000"/>
        </a:lnSpc>
        <a:spcBef>
          <a:spcPct val="0"/>
        </a:spcBef>
        <a:buNone/>
        <a:defRPr sz="24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6004" indent="-126004" algn="l" defTabSz="504017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543" kern="1200">
          <a:solidFill>
            <a:schemeClr val="tx1"/>
          </a:solidFill>
          <a:latin typeface="+mn-lt"/>
          <a:ea typeface="+mn-ea"/>
          <a:cs typeface="+mn-cs"/>
        </a:defRPr>
      </a:lvl1pPr>
      <a:lvl2pPr marL="378013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2pPr>
      <a:lvl3pPr marL="630022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1102" kern="1200">
          <a:solidFill>
            <a:schemeClr val="tx1"/>
          </a:solidFill>
          <a:latin typeface="+mn-lt"/>
          <a:ea typeface="+mn-ea"/>
          <a:cs typeface="+mn-cs"/>
        </a:defRPr>
      </a:lvl3pPr>
      <a:lvl4pPr marL="882030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4pPr>
      <a:lvl5pPr marL="1134039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5pPr>
      <a:lvl6pPr marL="1386048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6pPr>
      <a:lvl7pPr marL="1638056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7pPr>
      <a:lvl8pPr marL="1890065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8pPr>
      <a:lvl9pPr marL="2142073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1pPr>
      <a:lvl2pPr marL="252009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2pPr>
      <a:lvl3pPr marL="504017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3pPr>
      <a:lvl4pPr marL="756026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4pPr>
      <a:lvl5pPr marL="1008035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5pPr>
      <a:lvl6pPr marL="1260043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6pPr>
      <a:lvl7pPr marL="1512052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7pPr>
      <a:lvl8pPr marL="1764060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8pPr>
      <a:lvl9pPr marL="2016069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5" Type="http://schemas.openxmlformats.org/officeDocument/2006/relationships/image" Target="../media/image24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>
            <a:extLst>
              <a:ext uri="{FF2B5EF4-FFF2-40B4-BE49-F238E27FC236}">
                <a16:creationId xmlns:a16="http://schemas.microsoft.com/office/drawing/2014/main" id="{A1492F15-8769-1CF6-244B-13AA8310A6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574" y="229140"/>
            <a:ext cx="1593581" cy="1593581"/>
          </a:xfrm>
          <a:prstGeom prst="rect">
            <a:avLst/>
          </a:prstGeom>
        </p:spPr>
      </p:pic>
      <p:pic>
        <p:nvPicPr>
          <p:cNvPr id="8" name="图形 7">
            <a:extLst>
              <a:ext uri="{FF2B5EF4-FFF2-40B4-BE49-F238E27FC236}">
                <a16:creationId xmlns:a16="http://schemas.microsoft.com/office/drawing/2014/main" id="{88BDCE9A-990C-389A-0DA3-9347813465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9566" y="1828800"/>
            <a:ext cx="1593578" cy="1593578"/>
          </a:xfrm>
          <a:prstGeom prst="rect">
            <a:avLst/>
          </a:prstGeom>
        </p:spPr>
      </p:pic>
      <p:pic>
        <p:nvPicPr>
          <p:cNvPr id="10" name="图形 9">
            <a:extLst>
              <a:ext uri="{FF2B5EF4-FFF2-40B4-BE49-F238E27FC236}">
                <a16:creationId xmlns:a16="http://schemas.microsoft.com/office/drawing/2014/main" id="{57EAC569-B661-443C-0E88-8D7271B25AE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53148" y="229135"/>
            <a:ext cx="1593580" cy="1593580"/>
          </a:xfrm>
          <a:prstGeom prst="rect">
            <a:avLst/>
          </a:prstGeom>
        </p:spPr>
      </p:pic>
      <p:pic>
        <p:nvPicPr>
          <p:cNvPr id="12" name="图形 11">
            <a:extLst>
              <a:ext uri="{FF2B5EF4-FFF2-40B4-BE49-F238E27FC236}">
                <a16:creationId xmlns:a16="http://schemas.microsoft.com/office/drawing/2014/main" id="{28D9DD43-FA15-9FDF-B226-EA24B365345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853150" y="1828991"/>
            <a:ext cx="1593577" cy="1593577"/>
          </a:xfrm>
          <a:prstGeom prst="rect">
            <a:avLst/>
          </a:prstGeom>
        </p:spPr>
      </p:pic>
      <p:pic>
        <p:nvPicPr>
          <p:cNvPr id="14" name="图形 13">
            <a:extLst>
              <a:ext uri="{FF2B5EF4-FFF2-40B4-BE49-F238E27FC236}">
                <a16:creationId xmlns:a16="http://schemas.microsoft.com/office/drawing/2014/main" id="{ABE79A07-AFE5-8FC4-FC33-14DA086108E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446734" y="229139"/>
            <a:ext cx="1593579" cy="1593579"/>
          </a:xfrm>
          <a:prstGeom prst="rect">
            <a:avLst/>
          </a:prstGeom>
        </p:spPr>
      </p:pic>
      <p:pic>
        <p:nvPicPr>
          <p:cNvPr id="16" name="图形 15">
            <a:extLst>
              <a:ext uri="{FF2B5EF4-FFF2-40B4-BE49-F238E27FC236}">
                <a16:creationId xmlns:a16="http://schemas.microsoft.com/office/drawing/2014/main" id="{0EB9C423-AC55-AC99-EE5B-734E187F513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446726" y="1828800"/>
            <a:ext cx="1593577" cy="1593577"/>
          </a:xfrm>
          <a:prstGeom prst="rect">
            <a:avLst/>
          </a:prstGeom>
        </p:spPr>
      </p:pic>
      <p:pic>
        <p:nvPicPr>
          <p:cNvPr id="18" name="图形 17">
            <a:extLst>
              <a:ext uri="{FF2B5EF4-FFF2-40B4-BE49-F238E27FC236}">
                <a16:creationId xmlns:a16="http://schemas.microsoft.com/office/drawing/2014/main" id="{A99B6DA8-B72F-804F-1270-F4041036AF8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58493" y="3792891"/>
            <a:ext cx="1593576" cy="1593576"/>
          </a:xfrm>
          <a:prstGeom prst="rect">
            <a:avLst/>
          </a:prstGeom>
        </p:spPr>
      </p:pic>
      <p:pic>
        <p:nvPicPr>
          <p:cNvPr id="20" name="图形 19">
            <a:extLst>
              <a:ext uri="{FF2B5EF4-FFF2-40B4-BE49-F238E27FC236}">
                <a16:creationId xmlns:a16="http://schemas.microsoft.com/office/drawing/2014/main" id="{50E6AA6A-5AF6-D9BF-96E0-52FF786DB61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59200" y="5393741"/>
            <a:ext cx="1598987" cy="1598987"/>
          </a:xfrm>
          <a:prstGeom prst="rect">
            <a:avLst/>
          </a:prstGeom>
        </p:spPr>
      </p:pic>
      <p:pic>
        <p:nvPicPr>
          <p:cNvPr id="22" name="图形 21">
            <a:extLst>
              <a:ext uri="{FF2B5EF4-FFF2-40B4-BE49-F238E27FC236}">
                <a16:creationId xmlns:a16="http://schemas.microsoft.com/office/drawing/2014/main" id="{38551D2A-10E6-7855-E1B1-CD4F9692E8E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854000" y="3794400"/>
            <a:ext cx="1592500" cy="1592500"/>
          </a:xfrm>
          <a:prstGeom prst="rect">
            <a:avLst/>
          </a:prstGeom>
        </p:spPr>
      </p:pic>
      <p:pic>
        <p:nvPicPr>
          <p:cNvPr id="24" name="图形 23">
            <a:extLst>
              <a:ext uri="{FF2B5EF4-FFF2-40B4-BE49-F238E27FC236}">
                <a16:creationId xmlns:a16="http://schemas.microsoft.com/office/drawing/2014/main" id="{1D3E662D-7A29-EBBA-C525-8914B28114C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854000" y="5392800"/>
            <a:ext cx="1592499" cy="1592499"/>
          </a:xfrm>
          <a:prstGeom prst="rect">
            <a:avLst/>
          </a:prstGeom>
        </p:spPr>
      </p:pic>
      <p:pic>
        <p:nvPicPr>
          <p:cNvPr id="26" name="图形 25">
            <a:extLst>
              <a:ext uri="{FF2B5EF4-FFF2-40B4-BE49-F238E27FC236}">
                <a16:creationId xmlns:a16="http://schemas.microsoft.com/office/drawing/2014/main" id="{7B71D9C5-E5CF-31E6-14DC-0CC7693E6C2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445200" y="3794400"/>
            <a:ext cx="1592499" cy="1592499"/>
          </a:xfrm>
          <a:prstGeom prst="rect">
            <a:avLst/>
          </a:prstGeom>
        </p:spPr>
      </p:pic>
      <p:pic>
        <p:nvPicPr>
          <p:cNvPr id="28" name="图形 27">
            <a:extLst>
              <a:ext uri="{FF2B5EF4-FFF2-40B4-BE49-F238E27FC236}">
                <a16:creationId xmlns:a16="http://schemas.microsoft.com/office/drawing/2014/main" id="{CB59AF68-3703-3856-FC7B-A410F266048E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446721" y="5392800"/>
            <a:ext cx="1593576" cy="1593576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78D7C8E6-DDB7-D978-D184-846CFF791D54}"/>
              </a:ext>
            </a:extLst>
          </p:cNvPr>
          <p:cNvSpPr txBox="1"/>
          <p:nvPr/>
        </p:nvSpPr>
        <p:spPr>
          <a:xfrm>
            <a:off x="750357" y="-1930"/>
            <a:ext cx="5838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Beauty</a:t>
            </a:r>
            <a:endParaRPr kumimoji="1"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BA65690-227A-3CC8-2338-4CC802619550}"/>
              </a:ext>
            </a:extLst>
          </p:cNvPr>
          <p:cNvSpPr txBox="1"/>
          <p:nvPr/>
        </p:nvSpPr>
        <p:spPr>
          <a:xfrm>
            <a:off x="2408525" y="3894"/>
            <a:ext cx="48282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Baby</a:t>
            </a:r>
            <a:endParaRPr kumimoji="1"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DAFDBBF-1733-84AB-FAB8-FA966B892CAD}"/>
              </a:ext>
            </a:extLst>
          </p:cNvPr>
          <p:cNvSpPr txBox="1"/>
          <p:nvPr/>
        </p:nvSpPr>
        <p:spPr>
          <a:xfrm>
            <a:off x="3865040" y="5554"/>
            <a:ext cx="7569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ML-100K</a:t>
            </a:r>
            <a:endParaRPr kumimoji="1"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C281659-8A00-4A39-1CBE-C15780FD29A9}"/>
              </a:ext>
            </a:extLst>
          </p:cNvPr>
          <p:cNvSpPr txBox="1"/>
          <p:nvPr/>
        </p:nvSpPr>
        <p:spPr>
          <a:xfrm>
            <a:off x="760848" y="3569090"/>
            <a:ext cx="54373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Sports</a:t>
            </a:r>
            <a:endParaRPr kumimoji="1"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F7CBCBCE-0CA1-6BA1-26A3-05338FCCB336}"/>
              </a:ext>
            </a:extLst>
          </p:cNvPr>
          <p:cNvSpPr txBox="1"/>
          <p:nvPr/>
        </p:nvSpPr>
        <p:spPr>
          <a:xfrm>
            <a:off x="2410588" y="3569090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Toys</a:t>
            </a:r>
            <a:endParaRPr kumimoji="1"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2E83CAF-976A-889B-C185-517817B81BC0}"/>
              </a:ext>
            </a:extLst>
          </p:cNvPr>
          <p:cNvSpPr txBox="1"/>
          <p:nvPr/>
        </p:nvSpPr>
        <p:spPr>
          <a:xfrm>
            <a:off x="4014119" y="3569090"/>
            <a:ext cx="4587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Yelp</a:t>
            </a:r>
            <a:endParaRPr kumimoji="1"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F531C78C-0178-7BB2-ACB9-F13E601925B5}"/>
              </a:ext>
            </a:extLst>
          </p:cNvPr>
          <p:cNvSpPr txBox="1"/>
          <p:nvPr/>
        </p:nvSpPr>
        <p:spPr>
          <a:xfrm rot="16200000">
            <a:off x="-107996" y="895120"/>
            <a:ext cx="4587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Ours</a:t>
            </a:r>
            <a:endParaRPr kumimoji="1"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9137F2D8-7036-4AFB-E15D-E45C6AAFFC18}"/>
              </a:ext>
            </a:extLst>
          </p:cNvPr>
          <p:cNvSpPr txBox="1"/>
          <p:nvPr/>
        </p:nvSpPr>
        <p:spPr>
          <a:xfrm rot="16200000">
            <a:off x="-137759" y="4466682"/>
            <a:ext cx="4587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Ours</a:t>
            </a:r>
            <a:endParaRPr kumimoji="1"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BC0EA35F-CAB5-5571-77B6-98627552DB0C}"/>
              </a:ext>
            </a:extLst>
          </p:cNvPr>
          <p:cNvSpPr txBox="1"/>
          <p:nvPr/>
        </p:nvSpPr>
        <p:spPr>
          <a:xfrm rot="16200000">
            <a:off x="-338006" y="2631385"/>
            <a:ext cx="9188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Others</a:t>
            </a:r>
            <a:endParaRPr kumimoji="1"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77171D02-176B-073C-23CD-9D1196F0E497}"/>
              </a:ext>
            </a:extLst>
          </p:cNvPr>
          <p:cNvSpPr txBox="1"/>
          <p:nvPr/>
        </p:nvSpPr>
        <p:spPr>
          <a:xfrm rot="16200000">
            <a:off x="-435994" y="6365849"/>
            <a:ext cx="10465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Others</a:t>
            </a:r>
            <a:endParaRPr kumimoji="1"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0C45416C-4F48-EFE3-846A-2A300F560A69}"/>
              </a:ext>
            </a:extLst>
          </p:cNvPr>
          <p:cNvCxnSpPr/>
          <p:nvPr/>
        </p:nvCxnSpPr>
        <p:spPr>
          <a:xfrm>
            <a:off x="259566" y="3569090"/>
            <a:ext cx="4773403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8757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</TotalTime>
  <Words>10</Words>
  <Application>Microsoft Macintosh PowerPoint</Application>
  <PresentationFormat>自定义</PresentationFormat>
  <Paragraphs>10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白移梦</dc:creator>
  <cp:lastModifiedBy>白移梦</cp:lastModifiedBy>
  <cp:revision>11</cp:revision>
  <dcterms:created xsi:type="dcterms:W3CDTF">2026-05-10T12:40:02Z</dcterms:created>
  <dcterms:modified xsi:type="dcterms:W3CDTF">2026-05-10T18:57:23Z</dcterms:modified>
</cp:coreProperties>
</file>