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20" r:id="rId1"/>
  </p:sldMasterIdLst>
  <p:sldIdLst>
    <p:sldId id="256" r:id="rId2"/>
  </p:sldIdLst>
  <p:sldSz cx="5040313" cy="70199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986"/>
    <p:restoredTop sz="94694"/>
  </p:normalViewPr>
  <p:slideViewPr>
    <p:cSldViewPr snapToGrid="0">
      <p:cViewPr>
        <p:scale>
          <a:sx n="132" d="100"/>
          <a:sy n="132" d="100"/>
        </p:scale>
        <p:origin x="2248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78024" y="1148863"/>
            <a:ext cx="4284266" cy="2443974"/>
          </a:xfrm>
        </p:spPr>
        <p:txBody>
          <a:bodyPr anchor="b"/>
          <a:lstStyle>
            <a:lvl1pPr algn="ctr">
              <a:defRPr sz="3307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30039" y="3687086"/>
            <a:ext cx="3780235" cy="1694856"/>
          </a:xfrm>
        </p:spPr>
        <p:txBody>
          <a:bodyPr/>
          <a:lstStyle>
            <a:lvl1pPr marL="0" indent="0" algn="ctr">
              <a:buNone/>
              <a:defRPr sz="1323"/>
            </a:lvl1pPr>
            <a:lvl2pPr marL="252009" indent="0" algn="ctr">
              <a:buNone/>
              <a:defRPr sz="1102"/>
            </a:lvl2pPr>
            <a:lvl3pPr marL="504017" indent="0" algn="ctr">
              <a:buNone/>
              <a:defRPr sz="992"/>
            </a:lvl3pPr>
            <a:lvl4pPr marL="756026" indent="0" algn="ctr">
              <a:buNone/>
              <a:defRPr sz="882"/>
            </a:lvl4pPr>
            <a:lvl5pPr marL="1008035" indent="0" algn="ctr">
              <a:buNone/>
              <a:defRPr sz="882"/>
            </a:lvl5pPr>
            <a:lvl6pPr marL="1260043" indent="0" algn="ctr">
              <a:buNone/>
              <a:defRPr sz="882"/>
            </a:lvl6pPr>
            <a:lvl7pPr marL="1512052" indent="0" algn="ctr">
              <a:buNone/>
              <a:defRPr sz="882"/>
            </a:lvl7pPr>
            <a:lvl8pPr marL="1764060" indent="0" algn="ctr">
              <a:buNone/>
              <a:defRPr sz="882"/>
            </a:lvl8pPr>
            <a:lvl9pPr marL="2016069" indent="0" algn="ctr">
              <a:buNone/>
              <a:defRPr sz="882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5B4E7-CB62-1D48-9B6D-842A6792E445}" type="datetimeFigureOut">
              <a:rPr kumimoji="1" lang="zh-CN" altLang="en-US" smtClean="0"/>
              <a:t>2026/5/10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D5ACA-7948-9740-9779-4154AE620FB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5746172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5B4E7-CB62-1D48-9B6D-842A6792E445}" type="datetimeFigureOut">
              <a:rPr kumimoji="1" lang="zh-CN" altLang="en-US" smtClean="0"/>
              <a:t>2026/5/10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D5ACA-7948-9740-9779-4154AE620FB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102087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3897" y="1750108"/>
            <a:ext cx="4347270" cy="2920093"/>
          </a:xfrm>
        </p:spPr>
        <p:txBody>
          <a:bodyPr anchor="b"/>
          <a:lstStyle>
            <a:lvl1pPr>
              <a:defRPr sz="3307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3897" y="4697827"/>
            <a:ext cx="4347270" cy="1535608"/>
          </a:xfrm>
        </p:spPr>
        <p:txBody>
          <a:bodyPr/>
          <a:lstStyle>
            <a:lvl1pPr marL="0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1pPr>
            <a:lvl2pPr marL="252009" indent="0">
              <a:buNone/>
              <a:defRPr sz="1102">
                <a:solidFill>
                  <a:schemeClr val="tx1">
                    <a:tint val="82000"/>
                  </a:schemeClr>
                </a:solidFill>
              </a:defRPr>
            </a:lvl2pPr>
            <a:lvl3pPr marL="504017" indent="0">
              <a:buNone/>
              <a:defRPr sz="992">
                <a:solidFill>
                  <a:schemeClr val="tx1">
                    <a:tint val="82000"/>
                  </a:schemeClr>
                </a:solidFill>
              </a:defRPr>
            </a:lvl3pPr>
            <a:lvl4pPr marL="756026" indent="0">
              <a:buNone/>
              <a:defRPr sz="882">
                <a:solidFill>
                  <a:schemeClr val="tx1">
                    <a:tint val="82000"/>
                  </a:schemeClr>
                </a:solidFill>
              </a:defRPr>
            </a:lvl4pPr>
            <a:lvl5pPr marL="1008035" indent="0">
              <a:buNone/>
              <a:defRPr sz="882">
                <a:solidFill>
                  <a:schemeClr val="tx1">
                    <a:tint val="82000"/>
                  </a:schemeClr>
                </a:solidFill>
              </a:defRPr>
            </a:lvl5pPr>
            <a:lvl6pPr marL="1260043" indent="0">
              <a:buNone/>
              <a:defRPr sz="882">
                <a:solidFill>
                  <a:schemeClr val="tx1">
                    <a:tint val="82000"/>
                  </a:schemeClr>
                </a:solidFill>
              </a:defRPr>
            </a:lvl6pPr>
            <a:lvl7pPr marL="1512052" indent="0">
              <a:buNone/>
              <a:defRPr sz="882">
                <a:solidFill>
                  <a:schemeClr val="tx1">
                    <a:tint val="82000"/>
                  </a:schemeClr>
                </a:solidFill>
              </a:defRPr>
            </a:lvl7pPr>
            <a:lvl8pPr marL="1764060" indent="0">
              <a:buNone/>
              <a:defRPr sz="882">
                <a:solidFill>
                  <a:schemeClr val="tx1">
                    <a:tint val="82000"/>
                  </a:schemeClr>
                </a:solidFill>
              </a:defRPr>
            </a:lvl8pPr>
            <a:lvl9pPr marL="2016069" indent="0">
              <a:buNone/>
              <a:defRPr sz="88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5B4E7-CB62-1D48-9B6D-842A6792E445}" type="datetimeFigureOut">
              <a:rPr kumimoji="1" lang="zh-CN" altLang="en-US" smtClean="0"/>
              <a:t>2026/5/10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D5ACA-7948-9740-9779-4154AE620FB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6838196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6522" y="1868730"/>
            <a:ext cx="2142133" cy="445407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51658" y="1868730"/>
            <a:ext cx="2142133" cy="445407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5B4E7-CB62-1D48-9B6D-842A6792E445}" type="datetimeFigureOut">
              <a:rPr kumimoji="1" lang="zh-CN" altLang="en-US" smtClean="0"/>
              <a:t>2026/5/10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D5ACA-7948-9740-9779-4154AE620FB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5897594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7178" y="373748"/>
            <a:ext cx="4347270" cy="1356861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7179" y="1720857"/>
            <a:ext cx="2132288" cy="843365"/>
          </a:xfrm>
        </p:spPr>
        <p:txBody>
          <a:bodyPr anchor="b"/>
          <a:lstStyle>
            <a:lvl1pPr marL="0" indent="0">
              <a:buNone/>
              <a:defRPr sz="1323" b="1"/>
            </a:lvl1pPr>
            <a:lvl2pPr marL="252009" indent="0">
              <a:buNone/>
              <a:defRPr sz="1102" b="1"/>
            </a:lvl2pPr>
            <a:lvl3pPr marL="504017" indent="0">
              <a:buNone/>
              <a:defRPr sz="992" b="1"/>
            </a:lvl3pPr>
            <a:lvl4pPr marL="756026" indent="0">
              <a:buNone/>
              <a:defRPr sz="882" b="1"/>
            </a:lvl4pPr>
            <a:lvl5pPr marL="1008035" indent="0">
              <a:buNone/>
              <a:defRPr sz="882" b="1"/>
            </a:lvl5pPr>
            <a:lvl6pPr marL="1260043" indent="0">
              <a:buNone/>
              <a:defRPr sz="882" b="1"/>
            </a:lvl6pPr>
            <a:lvl7pPr marL="1512052" indent="0">
              <a:buNone/>
              <a:defRPr sz="882" b="1"/>
            </a:lvl7pPr>
            <a:lvl8pPr marL="1764060" indent="0">
              <a:buNone/>
              <a:defRPr sz="882" b="1"/>
            </a:lvl8pPr>
            <a:lvl9pPr marL="2016069" indent="0">
              <a:buNone/>
              <a:defRPr sz="882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79" y="2564223"/>
            <a:ext cx="2132288" cy="3771585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551658" y="1720857"/>
            <a:ext cx="2142790" cy="843365"/>
          </a:xfrm>
        </p:spPr>
        <p:txBody>
          <a:bodyPr anchor="b"/>
          <a:lstStyle>
            <a:lvl1pPr marL="0" indent="0">
              <a:buNone/>
              <a:defRPr sz="1323" b="1"/>
            </a:lvl1pPr>
            <a:lvl2pPr marL="252009" indent="0">
              <a:buNone/>
              <a:defRPr sz="1102" b="1"/>
            </a:lvl2pPr>
            <a:lvl3pPr marL="504017" indent="0">
              <a:buNone/>
              <a:defRPr sz="992" b="1"/>
            </a:lvl3pPr>
            <a:lvl4pPr marL="756026" indent="0">
              <a:buNone/>
              <a:defRPr sz="882" b="1"/>
            </a:lvl4pPr>
            <a:lvl5pPr marL="1008035" indent="0">
              <a:buNone/>
              <a:defRPr sz="882" b="1"/>
            </a:lvl5pPr>
            <a:lvl6pPr marL="1260043" indent="0">
              <a:buNone/>
              <a:defRPr sz="882" b="1"/>
            </a:lvl6pPr>
            <a:lvl7pPr marL="1512052" indent="0">
              <a:buNone/>
              <a:defRPr sz="882" b="1"/>
            </a:lvl7pPr>
            <a:lvl8pPr marL="1764060" indent="0">
              <a:buNone/>
              <a:defRPr sz="882" b="1"/>
            </a:lvl8pPr>
            <a:lvl9pPr marL="2016069" indent="0">
              <a:buNone/>
              <a:defRPr sz="882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551658" y="2564223"/>
            <a:ext cx="2142790" cy="3771585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5B4E7-CB62-1D48-9B6D-842A6792E445}" type="datetimeFigureOut">
              <a:rPr kumimoji="1" lang="zh-CN" altLang="en-US" smtClean="0"/>
              <a:t>2026/5/10</a:t>
            </a:fld>
            <a:endParaRPr kumimoji="1"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D5ACA-7948-9740-9779-4154AE620FB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2844670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5B4E7-CB62-1D48-9B6D-842A6792E445}" type="datetimeFigureOut">
              <a:rPr kumimoji="1" lang="zh-CN" altLang="en-US" smtClean="0"/>
              <a:t>2026/5/10</a:t>
            </a:fld>
            <a:endParaRPr kumimoji="1"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D5ACA-7948-9740-9779-4154AE620FB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9538368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5B4E7-CB62-1D48-9B6D-842A6792E445}" type="datetimeFigureOut">
              <a:rPr kumimoji="1" lang="zh-CN" altLang="en-US" smtClean="0"/>
              <a:t>2026/5/10</a:t>
            </a:fld>
            <a:endParaRPr kumimoji="1"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D5ACA-7948-9740-9779-4154AE620FB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6688442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7178" y="467995"/>
            <a:ext cx="1625632" cy="1637983"/>
          </a:xfrm>
        </p:spPr>
        <p:txBody>
          <a:bodyPr anchor="b"/>
          <a:lstStyle>
            <a:lvl1pPr>
              <a:defRPr sz="1764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42790" y="1010741"/>
            <a:ext cx="2551658" cy="4988697"/>
          </a:xfrm>
        </p:spPr>
        <p:txBody>
          <a:bodyPr/>
          <a:lstStyle>
            <a:lvl1pPr>
              <a:defRPr sz="1764"/>
            </a:lvl1pPr>
            <a:lvl2pPr>
              <a:defRPr sz="1543"/>
            </a:lvl2pPr>
            <a:lvl3pPr>
              <a:defRPr sz="1323"/>
            </a:lvl3pPr>
            <a:lvl4pPr>
              <a:defRPr sz="1102"/>
            </a:lvl4pPr>
            <a:lvl5pPr>
              <a:defRPr sz="1102"/>
            </a:lvl5pPr>
            <a:lvl6pPr>
              <a:defRPr sz="1102"/>
            </a:lvl6pPr>
            <a:lvl7pPr>
              <a:defRPr sz="1102"/>
            </a:lvl7pPr>
            <a:lvl8pPr>
              <a:defRPr sz="1102"/>
            </a:lvl8pPr>
            <a:lvl9pPr>
              <a:defRPr sz="1102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7178" y="2105977"/>
            <a:ext cx="1625632" cy="3901584"/>
          </a:xfrm>
        </p:spPr>
        <p:txBody>
          <a:bodyPr/>
          <a:lstStyle>
            <a:lvl1pPr marL="0" indent="0">
              <a:buNone/>
              <a:defRPr sz="882"/>
            </a:lvl1pPr>
            <a:lvl2pPr marL="252009" indent="0">
              <a:buNone/>
              <a:defRPr sz="772"/>
            </a:lvl2pPr>
            <a:lvl3pPr marL="504017" indent="0">
              <a:buNone/>
              <a:defRPr sz="661"/>
            </a:lvl3pPr>
            <a:lvl4pPr marL="756026" indent="0">
              <a:buNone/>
              <a:defRPr sz="551"/>
            </a:lvl4pPr>
            <a:lvl5pPr marL="1008035" indent="0">
              <a:buNone/>
              <a:defRPr sz="551"/>
            </a:lvl5pPr>
            <a:lvl6pPr marL="1260043" indent="0">
              <a:buNone/>
              <a:defRPr sz="551"/>
            </a:lvl6pPr>
            <a:lvl7pPr marL="1512052" indent="0">
              <a:buNone/>
              <a:defRPr sz="551"/>
            </a:lvl7pPr>
            <a:lvl8pPr marL="1764060" indent="0">
              <a:buNone/>
              <a:defRPr sz="551"/>
            </a:lvl8pPr>
            <a:lvl9pPr marL="2016069" indent="0">
              <a:buNone/>
              <a:defRPr sz="55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5B4E7-CB62-1D48-9B6D-842A6792E445}" type="datetimeFigureOut">
              <a:rPr kumimoji="1" lang="zh-CN" altLang="en-US" smtClean="0"/>
              <a:t>2026/5/10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D5ACA-7948-9740-9779-4154AE620FB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6361745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7178" y="467995"/>
            <a:ext cx="1625632" cy="1637983"/>
          </a:xfrm>
        </p:spPr>
        <p:txBody>
          <a:bodyPr anchor="b"/>
          <a:lstStyle>
            <a:lvl1pPr>
              <a:defRPr sz="1764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142790" y="1010741"/>
            <a:ext cx="2551658" cy="4988697"/>
          </a:xfrm>
        </p:spPr>
        <p:txBody>
          <a:bodyPr anchor="t"/>
          <a:lstStyle>
            <a:lvl1pPr marL="0" indent="0">
              <a:buNone/>
              <a:defRPr sz="1764"/>
            </a:lvl1pPr>
            <a:lvl2pPr marL="252009" indent="0">
              <a:buNone/>
              <a:defRPr sz="1543"/>
            </a:lvl2pPr>
            <a:lvl3pPr marL="504017" indent="0">
              <a:buNone/>
              <a:defRPr sz="1323"/>
            </a:lvl3pPr>
            <a:lvl4pPr marL="756026" indent="0">
              <a:buNone/>
              <a:defRPr sz="1102"/>
            </a:lvl4pPr>
            <a:lvl5pPr marL="1008035" indent="0">
              <a:buNone/>
              <a:defRPr sz="1102"/>
            </a:lvl5pPr>
            <a:lvl6pPr marL="1260043" indent="0">
              <a:buNone/>
              <a:defRPr sz="1102"/>
            </a:lvl6pPr>
            <a:lvl7pPr marL="1512052" indent="0">
              <a:buNone/>
              <a:defRPr sz="1102"/>
            </a:lvl7pPr>
            <a:lvl8pPr marL="1764060" indent="0">
              <a:buNone/>
              <a:defRPr sz="1102"/>
            </a:lvl8pPr>
            <a:lvl9pPr marL="2016069" indent="0">
              <a:buNone/>
              <a:defRPr sz="1102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7178" y="2105977"/>
            <a:ext cx="1625632" cy="3901584"/>
          </a:xfrm>
        </p:spPr>
        <p:txBody>
          <a:bodyPr/>
          <a:lstStyle>
            <a:lvl1pPr marL="0" indent="0">
              <a:buNone/>
              <a:defRPr sz="882"/>
            </a:lvl1pPr>
            <a:lvl2pPr marL="252009" indent="0">
              <a:buNone/>
              <a:defRPr sz="772"/>
            </a:lvl2pPr>
            <a:lvl3pPr marL="504017" indent="0">
              <a:buNone/>
              <a:defRPr sz="661"/>
            </a:lvl3pPr>
            <a:lvl4pPr marL="756026" indent="0">
              <a:buNone/>
              <a:defRPr sz="551"/>
            </a:lvl4pPr>
            <a:lvl5pPr marL="1008035" indent="0">
              <a:buNone/>
              <a:defRPr sz="551"/>
            </a:lvl5pPr>
            <a:lvl6pPr marL="1260043" indent="0">
              <a:buNone/>
              <a:defRPr sz="551"/>
            </a:lvl6pPr>
            <a:lvl7pPr marL="1512052" indent="0">
              <a:buNone/>
              <a:defRPr sz="551"/>
            </a:lvl7pPr>
            <a:lvl8pPr marL="1764060" indent="0">
              <a:buNone/>
              <a:defRPr sz="551"/>
            </a:lvl8pPr>
            <a:lvl9pPr marL="2016069" indent="0">
              <a:buNone/>
              <a:defRPr sz="55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5B4E7-CB62-1D48-9B6D-842A6792E445}" type="datetimeFigureOut">
              <a:rPr kumimoji="1" lang="zh-CN" altLang="en-US" smtClean="0"/>
              <a:t>2026/5/10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D5ACA-7948-9740-9779-4154AE620FB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3753125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5B4E7-CB62-1D48-9B6D-842A6792E445}" type="datetimeFigureOut">
              <a:rPr kumimoji="1" lang="zh-CN" altLang="en-US" smtClean="0"/>
              <a:t>2026/5/10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D5ACA-7948-9740-9779-4154AE620FB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00656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606975" y="373746"/>
            <a:ext cx="1086817" cy="5949062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6522" y="373746"/>
            <a:ext cx="3197449" cy="5949062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5B4E7-CB62-1D48-9B6D-842A6792E445}" type="datetimeFigureOut">
              <a:rPr kumimoji="1" lang="zh-CN" altLang="en-US" smtClean="0"/>
              <a:t>2026/5/10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D5ACA-7948-9740-9779-4154AE620FB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7411555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6522" y="373748"/>
            <a:ext cx="4347270" cy="135686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6522" y="1868730"/>
            <a:ext cx="4347270" cy="4454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6522" y="6506432"/>
            <a:ext cx="1134070" cy="37374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6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15B4E7-CB62-1D48-9B6D-842A6792E445}" type="datetimeFigureOut">
              <a:rPr kumimoji="1" lang="zh-CN" altLang="en-US" smtClean="0"/>
              <a:t>2026/5/10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69604" y="6506432"/>
            <a:ext cx="1701106" cy="37374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6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559721" y="6506432"/>
            <a:ext cx="1134070" cy="37374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6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B6D5ACA-7948-9740-9779-4154AE620FB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413241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txStyles>
    <p:titleStyle>
      <a:lvl1pPr algn="l" defTabSz="504017" rtl="0" eaLnBrk="1" latinLnBrk="0" hangingPunct="1">
        <a:lnSpc>
          <a:spcPct val="90000"/>
        </a:lnSpc>
        <a:spcBef>
          <a:spcPct val="0"/>
        </a:spcBef>
        <a:buNone/>
        <a:defRPr sz="242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26004" indent="-126004" algn="l" defTabSz="504017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543" kern="1200">
          <a:solidFill>
            <a:schemeClr val="tx1"/>
          </a:solidFill>
          <a:latin typeface="+mn-lt"/>
          <a:ea typeface="+mn-ea"/>
          <a:cs typeface="+mn-cs"/>
        </a:defRPr>
      </a:lvl1pPr>
      <a:lvl2pPr marL="378013" indent="-126004" algn="l" defTabSz="504017" rtl="0" eaLnBrk="1" latinLnBrk="0" hangingPunct="1">
        <a:lnSpc>
          <a:spcPct val="90000"/>
        </a:lnSpc>
        <a:spcBef>
          <a:spcPts val="276"/>
        </a:spcBef>
        <a:buFont typeface="Arial" panose="020B0604020202020204" pitchFamily="34" charset="0"/>
        <a:buChar char="•"/>
        <a:defRPr sz="1323" kern="1200">
          <a:solidFill>
            <a:schemeClr val="tx1"/>
          </a:solidFill>
          <a:latin typeface="+mn-lt"/>
          <a:ea typeface="+mn-ea"/>
          <a:cs typeface="+mn-cs"/>
        </a:defRPr>
      </a:lvl2pPr>
      <a:lvl3pPr marL="630022" indent="-126004" algn="l" defTabSz="504017" rtl="0" eaLnBrk="1" latinLnBrk="0" hangingPunct="1">
        <a:lnSpc>
          <a:spcPct val="90000"/>
        </a:lnSpc>
        <a:spcBef>
          <a:spcPts val="276"/>
        </a:spcBef>
        <a:buFont typeface="Arial" panose="020B0604020202020204" pitchFamily="34" charset="0"/>
        <a:buChar char="•"/>
        <a:defRPr sz="1102" kern="1200">
          <a:solidFill>
            <a:schemeClr val="tx1"/>
          </a:solidFill>
          <a:latin typeface="+mn-lt"/>
          <a:ea typeface="+mn-ea"/>
          <a:cs typeface="+mn-cs"/>
        </a:defRPr>
      </a:lvl3pPr>
      <a:lvl4pPr marL="882030" indent="-126004" algn="l" defTabSz="504017" rtl="0" eaLnBrk="1" latinLnBrk="0" hangingPunct="1">
        <a:lnSpc>
          <a:spcPct val="90000"/>
        </a:lnSpc>
        <a:spcBef>
          <a:spcPts val="276"/>
        </a:spcBef>
        <a:buFont typeface="Arial" panose="020B0604020202020204" pitchFamily="34" charset="0"/>
        <a:buChar char="•"/>
        <a:defRPr sz="992" kern="1200">
          <a:solidFill>
            <a:schemeClr val="tx1"/>
          </a:solidFill>
          <a:latin typeface="+mn-lt"/>
          <a:ea typeface="+mn-ea"/>
          <a:cs typeface="+mn-cs"/>
        </a:defRPr>
      </a:lvl4pPr>
      <a:lvl5pPr marL="1134039" indent="-126004" algn="l" defTabSz="504017" rtl="0" eaLnBrk="1" latinLnBrk="0" hangingPunct="1">
        <a:lnSpc>
          <a:spcPct val="90000"/>
        </a:lnSpc>
        <a:spcBef>
          <a:spcPts val="276"/>
        </a:spcBef>
        <a:buFont typeface="Arial" panose="020B0604020202020204" pitchFamily="34" charset="0"/>
        <a:buChar char="•"/>
        <a:defRPr sz="992" kern="1200">
          <a:solidFill>
            <a:schemeClr val="tx1"/>
          </a:solidFill>
          <a:latin typeface="+mn-lt"/>
          <a:ea typeface="+mn-ea"/>
          <a:cs typeface="+mn-cs"/>
        </a:defRPr>
      </a:lvl5pPr>
      <a:lvl6pPr marL="1386048" indent="-126004" algn="l" defTabSz="504017" rtl="0" eaLnBrk="1" latinLnBrk="0" hangingPunct="1">
        <a:lnSpc>
          <a:spcPct val="90000"/>
        </a:lnSpc>
        <a:spcBef>
          <a:spcPts val="276"/>
        </a:spcBef>
        <a:buFont typeface="Arial" panose="020B0604020202020204" pitchFamily="34" charset="0"/>
        <a:buChar char="•"/>
        <a:defRPr sz="992" kern="1200">
          <a:solidFill>
            <a:schemeClr val="tx1"/>
          </a:solidFill>
          <a:latin typeface="+mn-lt"/>
          <a:ea typeface="+mn-ea"/>
          <a:cs typeface="+mn-cs"/>
        </a:defRPr>
      </a:lvl6pPr>
      <a:lvl7pPr marL="1638056" indent="-126004" algn="l" defTabSz="504017" rtl="0" eaLnBrk="1" latinLnBrk="0" hangingPunct="1">
        <a:lnSpc>
          <a:spcPct val="90000"/>
        </a:lnSpc>
        <a:spcBef>
          <a:spcPts val="276"/>
        </a:spcBef>
        <a:buFont typeface="Arial" panose="020B0604020202020204" pitchFamily="34" charset="0"/>
        <a:buChar char="•"/>
        <a:defRPr sz="992" kern="1200">
          <a:solidFill>
            <a:schemeClr val="tx1"/>
          </a:solidFill>
          <a:latin typeface="+mn-lt"/>
          <a:ea typeface="+mn-ea"/>
          <a:cs typeface="+mn-cs"/>
        </a:defRPr>
      </a:lvl7pPr>
      <a:lvl8pPr marL="1890065" indent="-126004" algn="l" defTabSz="504017" rtl="0" eaLnBrk="1" latinLnBrk="0" hangingPunct="1">
        <a:lnSpc>
          <a:spcPct val="90000"/>
        </a:lnSpc>
        <a:spcBef>
          <a:spcPts val="276"/>
        </a:spcBef>
        <a:buFont typeface="Arial" panose="020B0604020202020204" pitchFamily="34" charset="0"/>
        <a:buChar char="•"/>
        <a:defRPr sz="992" kern="1200">
          <a:solidFill>
            <a:schemeClr val="tx1"/>
          </a:solidFill>
          <a:latin typeface="+mn-lt"/>
          <a:ea typeface="+mn-ea"/>
          <a:cs typeface="+mn-cs"/>
        </a:defRPr>
      </a:lvl8pPr>
      <a:lvl9pPr marL="2142073" indent="-126004" algn="l" defTabSz="504017" rtl="0" eaLnBrk="1" latinLnBrk="0" hangingPunct="1">
        <a:lnSpc>
          <a:spcPct val="90000"/>
        </a:lnSpc>
        <a:spcBef>
          <a:spcPts val="276"/>
        </a:spcBef>
        <a:buFont typeface="Arial" panose="020B0604020202020204" pitchFamily="34" charset="0"/>
        <a:buChar char="•"/>
        <a:defRPr sz="992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04017" rtl="0" eaLnBrk="1" latinLnBrk="0" hangingPunct="1">
        <a:defRPr sz="992" kern="1200">
          <a:solidFill>
            <a:schemeClr val="tx1"/>
          </a:solidFill>
          <a:latin typeface="+mn-lt"/>
          <a:ea typeface="+mn-ea"/>
          <a:cs typeface="+mn-cs"/>
        </a:defRPr>
      </a:lvl1pPr>
      <a:lvl2pPr marL="252009" algn="l" defTabSz="504017" rtl="0" eaLnBrk="1" latinLnBrk="0" hangingPunct="1">
        <a:defRPr sz="992" kern="1200">
          <a:solidFill>
            <a:schemeClr val="tx1"/>
          </a:solidFill>
          <a:latin typeface="+mn-lt"/>
          <a:ea typeface="+mn-ea"/>
          <a:cs typeface="+mn-cs"/>
        </a:defRPr>
      </a:lvl2pPr>
      <a:lvl3pPr marL="504017" algn="l" defTabSz="504017" rtl="0" eaLnBrk="1" latinLnBrk="0" hangingPunct="1">
        <a:defRPr sz="992" kern="1200">
          <a:solidFill>
            <a:schemeClr val="tx1"/>
          </a:solidFill>
          <a:latin typeface="+mn-lt"/>
          <a:ea typeface="+mn-ea"/>
          <a:cs typeface="+mn-cs"/>
        </a:defRPr>
      </a:lvl3pPr>
      <a:lvl4pPr marL="756026" algn="l" defTabSz="504017" rtl="0" eaLnBrk="1" latinLnBrk="0" hangingPunct="1">
        <a:defRPr sz="992" kern="1200">
          <a:solidFill>
            <a:schemeClr val="tx1"/>
          </a:solidFill>
          <a:latin typeface="+mn-lt"/>
          <a:ea typeface="+mn-ea"/>
          <a:cs typeface="+mn-cs"/>
        </a:defRPr>
      </a:lvl4pPr>
      <a:lvl5pPr marL="1008035" algn="l" defTabSz="504017" rtl="0" eaLnBrk="1" latinLnBrk="0" hangingPunct="1">
        <a:defRPr sz="992" kern="1200">
          <a:solidFill>
            <a:schemeClr val="tx1"/>
          </a:solidFill>
          <a:latin typeface="+mn-lt"/>
          <a:ea typeface="+mn-ea"/>
          <a:cs typeface="+mn-cs"/>
        </a:defRPr>
      </a:lvl5pPr>
      <a:lvl6pPr marL="1260043" algn="l" defTabSz="504017" rtl="0" eaLnBrk="1" latinLnBrk="0" hangingPunct="1">
        <a:defRPr sz="992" kern="1200">
          <a:solidFill>
            <a:schemeClr val="tx1"/>
          </a:solidFill>
          <a:latin typeface="+mn-lt"/>
          <a:ea typeface="+mn-ea"/>
          <a:cs typeface="+mn-cs"/>
        </a:defRPr>
      </a:lvl6pPr>
      <a:lvl7pPr marL="1512052" algn="l" defTabSz="504017" rtl="0" eaLnBrk="1" latinLnBrk="0" hangingPunct="1">
        <a:defRPr sz="992" kern="1200">
          <a:solidFill>
            <a:schemeClr val="tx1"/>
          </a:solidFill>
          <a:latin typeface="+mn-lt"/>
          <a:ea typeface="+mn-ea"/>
          <a:cs typeface="+mn-cs"/>
        </a:defRPr>
      </a:lvl7pPr>
      <a:lvl8pPr marL="1764060" algn="l" defTabSz="504017" rtl="0" eaLnBrk="1" latinLnBrk="0" hangingPunct="1">
        <a:defRPr sz="992" kern="1200">
          <a:solidFill>
            <a:schemeClr val="tx1"/>
          </a:solidFill>
          <a:latin typeface="+mn-lt"/>
          <a:ea typeface="+mn-ea"/>
          <a:cs typeface="+mn-cs"/>
        </a:defRPr>
      </a:lvl8pPr>
      <a:lvl9pPr marL="2016069" algn="l" defTabSz="504017" rtl="0" eaLnBrk="1" latinLnBrk="0" hangingPunct="1">
        <a:defRPr sz="99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18" Type="http://schemas.openxmlformats.org/officeDocument/2006/relationships/image" Target="../media/image17.png"/><Relationship Id="rId3" Type="http://schemas.openxmlformats.org/officeDocument/2006/relationships/image" Target="../media/image2.svg"/><Relationship Id="rId21" Type="http://schemas.openxmlformats.org/officeDocument/2006/relationships/image" Target="../media/image20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17" Type="http://schemas.openxmlformats.org/officeDocument/2006/relationships/image" Target="../media/image16.svg"/><Relationship Id="rId25" Type="http://schemas.openxmlformats.org/officeDocument/2006/relationships/image" Target="../media/image24.sv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24" Type="http://schemas.openxmlformats.org/officeDocument/2006/relationships/image" Target="../media/image23.pn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23" Type="http://schemas.openxmlformats.org/officeDocument/2006/relationships/image" Target="../media/image22.svg"/><Relationship Id="rId10" Type="http://schemas.openxmlformats.org/officeDocument/2006/relationships/image" Target="../media/image9.png"/><Relationship Id="rId19" Type="http://schemas.openxmlformats.org/officeDocument/2006/relationships/image" Target="../media/image18.sv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Relationship Id="rId22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形 4">
            <a:extLst>
              <a:ext uri="{FF2B5EF4-FFF2-40B4-BE49-F238E27FC236}">
                <a16:creationId xmlns:a16="http://schemas.microsoft.com/office/drawing/2014/main" id="{A1492F15-8769-1CF6-244B-13AA8310A6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9574" y="229140"/>
            <a:ext cx="1593581" cy="1593581"/>
          </a:xfrm>
          <a:prstGeom prst="rect">
            <a:avLst/>
          </a:prstGeom>
        </p:spPr>
      </p:pic>
      <p:pic>
        <p:nvPicPr>
          <p:cNvPr id="8" name="图形 7">
            <a:extLst>
              <a:ext uri="{FF2B5EF4-FFF2-40B4-BE49-F238E27FC236}">
                <a16:creationId xmlns:a16="http://schemas.microsoft.com/office/drawing/2014/main" id="{88BDCE9A-990C-389A-0DA3-93478134659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59566" y="1826911"/>
            <a:ext cx="1593578" cy="1593578"/>
          </a:xfrm>
          <a:prstGeom prst="rect">
            <a:avLst/>
          </a:prstGeom>
        </p:spPr>
      </p:pic>
      <p:pic>
        <p:nvPicPr>
          <p:cNvPr id="10" name="图形 9">
            <a:extLst>
              <a:ext uri="{FF2B5EF4-FFF2-40B4-BE49-F238E27FC236}">
                <a16:creationId xmlns:a16="http://schemas.microsoft.com/office/drawing/2014/main" id="{57EAC569-B661-443C-0E88-8D7271B25AE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853148" y="229135"/>
            <a:ext cx="1593580" cy="1593580"/>
          </a:xfrm>
          <a:prstGeom prst="rect">
            <a:avLst/>
          </a:prstGeom>
        </p:spPr>
      </p:pic>
      <p:pic>
        <p:nvPicPr>
          <p:cNvPr id="12" name="图形 11">
            <a:extLst>
              <a:ext uri="{FF2B5EF4-FFF2-40B4-BE49-F238E27FC236}">
                <a16:creationId xmlns:a16="http://schemas.microsoft.com/office/drawing/2014/main" id="{28D9DD43-FA15-9FDF-B226-EA24B365345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853150" y="1828991"/>
            <a:ext cx="1593577" cy="1593577"/>
          </a:xfrm>
          <a:prstGeom prst="rect">
            <a:avLst/>
          </a:prstGeom>
        </p:spPr>
      </p:pic>
      <p:pic>
        <p:nvPicPr>
          <p:cNvPr id="14" name="图形 13">
            <a:extLst>
              <a:ext uri="{FF2B5EF4-FFF2-40B4-BE49-F238E27FC236}">
                <a16:creationId xmlns:a16="http://schemas.microsoft.com/office/drawing/2014/main" id="{ABE79A07-AFE5-8FC4-FC33-14DA086108E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446734" y="229139"/>
            <a:ext cx="1593579" cy="1593579"/>
          </a:xfrm>
          <a:prstGeom prst="rect">
            <a:avLst/>
          </a:prstGeom>
        </p:spPr>
      </p:pic>
      <p:pic>
        <p:nvPicPr>
          <p:cNvPr id="16" name="图形 15">
            <a:extLst>
              <a:ext uri="{FF2B5EF4-FFF2-40B4-BE49-F238E27FC236}">
                <a16:creationId xmlns:a16="http://schemas.microsoft.com/office/drawing/2014/main" id="{0EB9C423-AC55-AC99-EE5B-734E187F5139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446726" y="1822718"/>
            <a:ext cx="1593577" cy="1593577"/>
          </a:xfrm>
          <a:prstGeom prst="rect">
            <a:avLst/>
          </a:prstGeom>
        </p:spPr>
      </p:pic>
      <p:pic>
        <p:nvPicPr>
          <p:cNvPr id="18" name="图形 17">
            <a:extLst>
              <a:ext uri="{FF2B5EF4-FFF2-40B4-BE49-F238E27FC236}">
                <a16:creationId xmlns:a16="http://schemas.microsoft.com/office/drawing/2014/main" id="{A99B6DA8-B72F-804F-1270-F4041036AF88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58493" y="3792891"/>
            <a:ext cx="1593576" cy="1593576"/>
          </a:xfrm>
          <a:prstGeom prst="rect">
            <a:avLst/>
          </a:prstGeom>
        </p:spPr>
      </p:pic>
      <p:pic>
        <p:nvPicPr>
          <p:cNvPr id="20" name="图形 19">
            <a:extLst>
              <a:ext uri="{FF2B5EF4-FFF2-40B4-BE49-F238E27FC236}">
                <a16:creationId xmlns:a16="http://schemas.microsoft.com/office/drawing/2014/main" id="{50E6AA6A-5AF6-D9BF-96E0-52FF786DB61B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253088" y="5393741"/>
            <a:ext cx="1598987" cy="1598987"/>
          </a:xfrm>
          <a:prstGeom prst="rect">
            <a:avLst/>
          </a:prstGeom>
        </p:spPr>
      </p:pic>
      <p:pic>
        <p:nvPicPr>
          <p:cNvPr id="22" name="图形 21">
            <a:extLst>
              <a:ext uri="{FF2B5EF4-FFF2-40B4-BE49-F238E27FC236}">
                <a16:creationId xmlns:a16="http://schemas.microsoft.com/office/drawing/2014/main" id="{38551D2A-10E6-7855-E1B1-CD4F9692E8E9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1847735" y="3801237"/>
            <a:ext cx="1592500" cy="1592500"/>
          </a:xfrm>
          <a:prstGeom prst="rect">
            <a:avLst/>
          </a:prstGeom>
        </p:spPr>
      </p:pic>
      <p:pic>
        <p:nvPicPr>
          <p:cNvPr id="24" name="图形 23">
            <a:extLst>
              <a:ext uri="{FF2B5EF4-FFF2-40B4-BE49-F238E27FC236}">
                <a16:creationId xmlns:a16="http://schemas.microsoft.com/office/drawing/2014/main" id="{1D3E662D-7A29-EBBA-C525-8914B28114CB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1847741" y="5401010"/>
            <a:ext cx="1592499" cy="1592499"/>
          </a:xfrm>
          <a:prstGeom prst="rect">
            <a:avLst/>
          </a:prstGeom>
        </p:spPr>
      </p:pic>
      <p:pic>
        <p:nvPicPr>
          <p:cNvPr id="26" name="图形 25">
            <a:extLst>
              <a:ext uri="{FF2B5EF4-FFF2-40B4-BE49-F238E27FC236}">
                <a16:creationId xmlns:a16="http://schemas.microsoft.com/office/drawing/2014/main" id="{7B71D9C5-E5CF-31E6-14DC-0CC7693E6C23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3440470" y="3801243"/>
            <a:ext cx="1592499" cy="1592499"/>
          </a:xfrm>
          <a:prstGeom prst="rect">
            <a:avLst/>
          </a:prstGeom>
        </p:spPr>
      </p:pic>
      <p:pic>
        <p:nvPicPr>
          <p:cNvPr id="28" name="图形 27">
            <a:extLst>
              <a:ext uri="{FF2B5EF4-FFF2-40B4-BE49-F238E27FC236}">
                <a16:creationId xmlns:a16="http://schemas.microsoft.com/office/drawing/2014/main" id="{CB59AF68-3703-3856-FC7B-A410F266048E}"/>
              </a:ext>
            </a:extLst>
          </p:cNvPr>
          <p:cNvPicPr>
            <a:picLocks noChangeAspect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3446721" y="5401003"/>
            <a:ext cx="1593576" cy="1593576"/>
          </a:xfrm>
          <a:prstGeom prst="rect">
            <a:avLst/>
          </a:prstGeom>
        </p:spPr>
      </p:pic>
      <p:sp>
        <p:nvSpPr>
          <p:cNvPr id="29" name="文本框 28">
            <a:extLst>
              <a:ext uri="{FF2B5EF4-FFF2-40B4-BE49-F238E27FC236}">
                <a16:creationId xmlns:a16="http://schemas.microsoft.com/office/drawing/2014/main" id="{78D7C8E6-DDB7-D978-D184-846CFF791D54}"/>
              </a:ext>
            </a:extLst>
          </p:cNvPr>
          <p:cNvSpPr txBox="1"/>
          <p:nvPr/>
        </p:nvSpPr>
        <p:spPr>
          <a:xfrm>
            <a:off x="750357" y="-1930"/>
            <a:ext cx="58381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Beauty</a:t>
            </a:r>
            <a:endParaRPr kumimoji="1"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FBA65690-227A-3CC8-2338-4CC802619550}"/>
              </a:ext>
            </a:extLst>
          </p:cNvPr>
          <p:cNvSpPr txBox="1"/>
          <p:nvPr/>
        </p:nvSpPr>
        <p:spPr>
          <a:xfrm>
            <a:off x="2408525" y="3894"/>
            <a:ext cx="48282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Baby</a:t>
            </a:r>
            <a:endParaRPr kumimoji="1"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9DAFDBBF-1733-84AB-FAB8-FA966B892CAD}"/>
              </a:ext>
            </a:extLst>
          </p:cNvPr>
          <p:cNvSpPr txBox="1"/>
          <p:nvPr/>
        </p:nvSpPr>
        <p:spPr>
          <a:xfrm>
            <a:off x="3865040" y="5554"/>
            <a:ext cx="75693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ML-100K</a:t>
            </a:r>
            <a:endParaRPr kumimoji="1"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CC281659-8A00-4A39-1CBE-C15780FD29A9}"/>
              </a:ext>
            </a:extLst>
          </p:cNvPr>
          <p:cNvSpPr txBox="1"/>
          <p:nvPr/>
        </p:nvSpPr>
        <p:spPr>
          <a:xfrm>
            <a:off x="760848" y="3569090"/>
            <a:ext cx="54373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Sports</a:t>
            </a:r>
            <a:endParaRPr kumimoji="1"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F7CBCBCE-0CA1-6BA1-26A3-05338FCCB336}"/>
              </a:ext>
            </a:extLst>
          </p:cNvPr>
          <p:cNvSpPr txBox="1"/>
          <p:nvPr/>
        </p:nvSpPr>
        <p:spPr>
          <a:xfrm>
            <a:off x="2410588" y="3569090"/>
            <a:ext cx="46679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Toys</a:t>
            </a:r>
            <a:endParaRPr kumimoji="1"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32E83CAF-976A-889B-C185-517817B81BC0}"/>
              </a:ext>
            </a:extLst>
          </p:cNvPr>
          <p:cNvSpPr txBox="1"/>
          <p:nvPr/>
        </p:nvSpPr>
        <p:spPr>
          <a:xfrm>
            <a:off x="4014119" y="3569090"/>
            <a:ext cx="45878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Yelp</a:t>
            </a:r>
            <a:endParaRPr kumimoji="1"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F531C78C-0178-7BB2-ACB9-F13E601925B5}"/>
              </a:ext>
            </a:extLst>
          </p:cNvPr>
          <p:cNvSpPr txBox="1"/>
          <p:nvPr/>
        </p:nvSpPr>
        <p:spPr>
          <a:xfrm rot="16200000">
            <a:off x="-107996" y="895120"/>
            <a:ext cx="45878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kumimoji="1"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Ours</a:t>
            </a:r>
            <a:endParaRPr kumimoji="1"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9137F2D8-7036-4AFB-E15D-E45C6AAFFC18}"/>
              </a:ext>
            </a:extLst>
          </p:cNvPr>
          <p:cNvSpPr txBox="1"/>
          <p:nvPr/>
        </p:nvSpPr>
        <p:spPr>
          <a:xfrm rot="16200000">
            <a:off x="-137759" y="4466682"/>
            <a:ext cx="45878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kumimoji="1"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Ours</a:t>
            </a:r>
            <a:endParaRPr kumimoji="1"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BC0EA35F-CAB5-5571-77B6-98627552DB0C}"/>
              </a:ext>
            </a:extLst>
          </p:cNvPr>
          <p:cNvSpPr txBox="1"/>
          <p:nvPr/>
        </p:nvSpPr>
        <p:spPr>
          <a:xfrm rot="16200000">
            <a:off x="-338006" y="2631385"/>
            <a:ext cx="9188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Others</a:t>
            </a:r>
            <a:endParaRPr kumimoji="1"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77171D02-176B-073C-23CD-9D1196F0E497}"/>
              </a:ext>
            </a:extLst>
          </p:cNvPr>
          <p:cNvSpPr txBox="1"/>
          <p:nvPr/>
        </p:nvSpPr>
        <p:spPr>
          <a:xfrm rot="16200000">
            <a:off x="-435994" y="6365849"/>
            <a:ext cx="104654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Others</a:t>
            </a:r>
            <a:endParaRPr kumimoji="1"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" name="直线连接符 5">
            <a:extLst>
              <a:ext uri="{FF2B5EF4-FFF2-40B4-BE49-F238E27FC236}">
                <a16:creationId xmlns:a16="http://schemas.microsoft.com/office/drawing/2014/main" id="{0C45416C-4F48-EFE3-846A-2A300F560A69}"/>
              </a:ext>
            </a:extLst>
          </p:cNvPr>
          <p:cNvCxnSpPr/>
          <p:nvPr/>
        </p:nvCxnSpPr>
        <p:spPr>
          <a:xfrm>
            <a:off x="259566" y="3569090"/>
            <a:ext cx="4773403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887572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主题​​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19</TotalTime>
  <Words>10</Words>
  <Application>Microsoft Macintosh PowerPoint</Application>
  <PresentationFormat>自定义</PresentationFormat>
  <Paragraphs>10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Times New Roman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白移梦</dc:creator>
  <cp:lastModifiedBy>白移梦</cp:lastModifiedBy>
  <cp:revision>10</cp:revision>
  <dcterms:created xsi:type="dcterms:W3CDTF">2026-05-10T12:40:02Z</dcterms:created>
  <dcterms:modified xsi:type="dcterms:W3CDTF">2026-05-10T13:01:00Z</dcterms:modified>
</cp:coreProperties>
</file>