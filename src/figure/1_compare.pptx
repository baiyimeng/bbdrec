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2120563" cy="2538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47"/>
  </p:normalViewPr>
  <p:slideViewPr>
    <p:cSldViewPr snapToGrid="0">
      <p:cViewPr varScale="1">
        <p:scale>
          <a:sx n="150" d="100"/>
          <a:sy n="150" d="100"/>
        </p:scale>
        <p:origin x="168" y="2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5071" y="415430"/>
            <a:ext cx="9090422" cy="883744"/>
          </a:xfrm>
        </p:spPr>
        <p:txBody>
          <a:bodyPr anchor="b"/>
          <a:lstStyle>
            <a:lvl1pPr algn="ctr">
              <a:defRPr sz="222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5071" y="1333255"/>
            <a:ext cx="9090422" cy="612862"/>
          </a:xfrm>
        </p:spPr>
        <p:txBody>
          <a:bodyPr/>
          <a:lstStyle>
            <a:lvl1pPr marL="0" indent="0" algn="ctr">
              <a:buNone/>
              <a:defRPr sz="888"/>
            </a:lvl1pPr>
            <a:lvl2pPr marL="169210" indent="0" algn="ctr">
              <a:buNone/>
              <a:defRPr sz="740"/>
            </a:lvl2pPr>
            <a:lvl3pPr marL="338419" indent="0" algn="ctr">
              <a:buNone/>
              <a:defRPr sz="666"/>
            </a:lvl3pPr>
            <a:lvl4pPr marL="507629" indent="0" algn="ctr">
              <a:buNone/>
              <a:defRPr sz="592"/>
            </a:lvl4pPr>
            <a:lvl5pPr marL="676839" indent="0" algn="ctr">
              <a:buNone/>
              <a:defRPr sz="592"/>
            </a:lvl5pPr>
            <a:lvl6pPr marL="846049" indent="0" algn="ctr">
              <a:buNone/>
              <a:defRPr sz="592"/>
            </a:lvl6pPr>
            <a:lvl7pPr marL="1015258" indent="0" algn="ctr">
              <a:buNone/>
              <a:defRPr sz="592"/>
            </a:lvl7pPr>
            <a:lvl8pPr marL="1184468" indent="0" algn="ctr">
              <a:buNone/>
              <a:defRPr sz="592"/>
            </a:lvl8pPr>
            <a:lvl9pPr marL="1353678" indent="0" algn="ctr">
              <a:buNone/>
              <a:defRPr sz="5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0297-2A7E-7F43-99E8-11DF5A339456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9449-909E-2F46-9653-8462E42FAF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274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0297-2A7E-7F43-99E8-11DF5A339456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9449-909E-2F46-9653-8462E42FAF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857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976" y="632841"/>
            <a:ext cx="10453986" cy="1055909"/>
          </a:xfrm>
        </p:spPr>
        <p:txBody>
          <a:bodyPr anchor="b"/>
          <a:lstStyle>
            <a:lvl1pPr>
              <a:defRPr sz="222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6976" y="1698739"/>
            <a:ext cx="10453986" cy="555278"/>
          </a:xfrm>
        </p:spPr>
        <p:txBody>
          <a:bodyPr/>
          <a:lstStyle>
            <a:lvl1pPr marL="0" indent="0">
              <a:buNone/>
              <a:defRPr sz="888">
                <a:solidFill>
                  <a:schemeClr val="tx1">
                    <a:tint val="82000"/>
                  </a:schemeClr>
                </a:solidFill>
              </a:defRPr>
            </a:lvl1pPr>
            <a:lvl2pPr marL="169210" indent="0">
              <a:buNone/>
              <a:defRPr sz="740">
                <a:solidFill>
                  <a:schemeClr val="tx1">
                    <a:tint val="82000"/>
                  </a:schemeClr>
                </a:solidFill>
              </a:defRPr>
            </a:lvl2pPr>
            <a:lvl3pPr marL="338419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3pPr>
            <a:lvl4pPr marL="50762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4pPr>
            <a:lvl5pPr marL="67683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5pPr>
            <a:lvl6pPr marL="84604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6pPr>
            <a:lvl7pPr marL="101525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7pPr>
            <a:lvl8pPr marL="118446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8pPr>
            <a:lvl9pPr marL="135367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0297-2A7E-7F43-99E8-11DF5A339456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9449-909E-2F46-9653-8462E42FAF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8409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3289" y="675735"/>
            <a:ext cx="5151239" cy="161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36035" y="675735"/>
            <a:ext cx="5151239" cy="161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0297-2A7E-7F43-99E8-11DF5A339456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9449-909E-2F46-9653-8462E42FAF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430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867" y="135147"/>
            <a:ext cx="10453986" cy="49064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868" y="622264"/>
            <a:ext cx="5127566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4868" y="927226"/>
            <a:ext cx="5127566" cy="13638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36035" y="622264"/>
            <a:ext cx="5152818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36035" y="927226"/>
            <a:ext cx="5152818" cy="13638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0297-2A7E-7F43-99E8-11DF5A339456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9449-909E-2F46-9653-8462E42FAF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00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0297-2A7E-7F43-99E8-11DF5A339456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9449-909E-2F46-9653-8462E42FAF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5976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0297-2A7E-7F43-99E8-11DF5A339456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9449-909E-2F46-9653-8462E42FAF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0727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868" y="169228"/>
            <a:ext cx="3909197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2818" y="365485"/>
            <a:ext cx="6136035" cy="1803918"/>
          </a:xfrm>
        </p:spPr>
        <p:txBody>
          <a:bodyPr/>
          <a:lstStyle>
            <a:lvl1pPr>
              <a:defRPr sz="1184"/>
            </a:lvl1pPr>
            <a:lvl2pPr>
              <a:defRPr sz="1036"/>
            </a:lvl2pPr>
            <a:lvl3pPr>
              <a:defRPr sz="888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4868" y="761524"/>
            <a:ext cx="3909197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0297-2A7E-7F43-99E8-11DF5A339456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9449-909E-2F46-9653-8462E42FAF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29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868" y="169228"/>
            <a:ext cx="3909197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52818" y="365485"/>
            <a:ext cx="6136035" cy="1803918"/>
          </a:xfrm>
        </p:spPr>
        <p:txBody>
          <a:bodyPr anchor="t"/>
          <a:lstStyle>
            <a:lvl1pPr marL="0" indent="0">
              <a:buNone/>
              <a:defRPr sz="1184"/>
            </a:lvl1pPr>
            <a:lvl2pPr marL="169210" indent="0">
              <a:buNone/>
              <a:defRPr sz="1036"/>
            </a:lvl2pPr>
            <a:lvl3pPr marL="338419" indent="0">
              <a:buNone/>
              <a:defRPr sz="888"/>
            </a:lvl3pPr>
            <a:lvl4pPr marL="507629" indent="0">
              <a:buNone/>
              <a:defRPr sz="740"/>
            </a:lvl4pPr>
            <a:lvl5pPr marL="676839" indent="0">
              <a:buNone/>
              <a:defRPr sz="740"/>
            </a:lvl5pPr>
            <a:lvl6pPr marL="846049" indent="0">
              <a:buNone/>
              <a:defRPr sz="740"/>
            </a:lvl6pPr>
            <a:lvl7pPr marL="1015258" indent="0">
              <a:buNone/>
              <a:defRPr sz="740"/>
            </a:lvl7pPr>
            <a:lvl8pPr marL="1184468" indent="0">
              <a:buNone/>
              <a:defRPr sz="740"/>
            </a:lvl8pPr>
            <a:lvl9pPr marL="1353678" indent="0">
              <a:buNone/>
              <a:defRPr sz="74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4868" y="761524"/>
            <a:ext cx="3909197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0297-2A7E-7F43-99E8-11DF5A339456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9449-909E-2F46-9653-8462E42FAF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620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0297-2A7E-7F43-99E8-11DF5A339456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9449-909E-2F46-9653-8462E42FAF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918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73778" y="135147"/>
            <a:ext cx="2613496" cy="21511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289" y="135147"/>
            <a:ext cx="7688982" cy="21511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0297-2A7E-7F43-99E8-11DF5A339456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9449-909E-2F46-9653-8462E42FAF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9791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3289" y="135147"/>
            <a:ext cx="10453986" cy="490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289" y="675735"/>
            <a:ext cx="10453986" cy="161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3289" y="2352733"/>
            <a:ext cx="2727127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40297-2A7E-7F43-99E8-11DF5A339456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14937" y="2352733"/>
            <a:ext cx="4090690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60147" y="2352733"/>
            <a:ext cx="2727127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59449-909E-2F46-9653-8462E42FAF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9203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38419" rtl="0" eaLnBrk="1" latinLnBrk="0" hangingPunct="1">
        <a:lnSpc>
          <a:spcPct val="90000"/>
        </a:lnSpc>
        <a:spcBef>
          <a:spcPct val="0"/>
        </a:spcBef>
        <a:buNone/>
        <a:defRPr sz="16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605" indent="-84605" algn="l" defTabSz="338419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036" kern="1200">
          <a:solidFill>
            <a:schemeClr val="tx1"/>
          </a:solidFill>
          <a:latin typeface="+mn-lt"/>
          <a:ea typeface="+mn-ea"/>
          <a:cs typeface="+mn-cs"/>
        </a:defRPr>
      </a:lvl1pPr>
      <a:lvl2pPr marL="253815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2pPr>
      <a:lvl3pPr marL="42302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9223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76144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93065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9986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26907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43828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1pPr>
      <a:lvl2pPr marL="16921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2pPr>
      <a:lvl3pPr marL="33841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3pPr>
      <a:lvl4pPr marL="50762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67683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84604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1525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18446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35367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94D7171-1D60-3A42-11A3-DFDE8339C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036" y="795603"/>
            <a:ext cx="439057" cy="439057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  <a:ln w="15875">
            <a:solidFill>
              <a:schemeClr val="accent1">
                <a:shade val="15000"/>
              </a:schemeClr>
            </a:solidFill>
          </a:ln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06459ECF-86B0-5277-34BA-97E3389A0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442" y="492020"/>
            <a:ext cx="459531" cy="459531"/>
          </a:xfrm>
          <a:prstGeom prst="rect">
            <a:avLst/>
          </a:prstGeom>
          <a:ln w="15875">
            <a:solidFill>
              <a:schemeClr val="accent1">
                <a:shade val="15000"/>
              </a:schemeClr>
            </a:solidFill>
          </a:ln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A1F96476-364A-898D-322C-3D315280B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2272" y="596886"/>
            <a:ext cx="450174" cy="450174"/>
          </a:xfrm>
          <a:prstGeom prst="rect">
            <a:avLst/>
          </a:prstGeom>
          <a:ln w="15875">
            <a:solidFill>
              <a:schemeClr val="accent1">
                <a:shade val="15000"/>
              </a:schemeClr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855491-FB76-8108-15F0-DCA51A4F3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23" y="589443"/>
            <a:ext cx="617347" cy="6173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96D93B-8BA3-4A5F-5D19-0F49C55A5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278" y="228573"/>
            <a:ext cx="439057" cy="439057"/>
          </a:xfrm>
          <a:prstGeom prst="rect">
            <a:avLst/>
          </a:prstGeom>
        </p:spPr>
      </p:pic>
      <p:sp>
        <p:nvSpPr>
          <p:cNvPr id="8" name="云形标注 7">
            <a:extLst>
              <a:ext uri="{FF2B5EF4-FFF2-40B4-BE49-F238E27FC236}">
                <a16:creationId xmlns:a16="http://schemas.microsoft.com/office/drawing/2014/main" id="{4EF1B83E-1FAA-69B3-5E7D-C46FBCB98245}"/>
              </a:ext>
            </a:extLst>
          </p:cNvPr>
          <p:cNvSpPr/>
          <p:nvPr/>
        </p:nvSpPr>
        <p:spPr>
          <a:xfrm rot="21039758" flipH="1">
            <a:off x="266836" y="174688"/>
            <a:ext cx="957943" cy="546824"/>
          </a:xfrm>
          <a:prstGeom prst="cloud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F905BCF-51BA-04F4-07E1-3EFE16BE1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177" y="652594"/>
            <a:ext cx="439057" cy="439057"/>
          </a:xfrm>
          <a:prstGeom prst="rect">
            <a:avLst/>
          </a:prstGeom>
          <a:ln w="15875">
            <a:solidFill>
              <a:schemeClr val="accent1">
                <a:shade val="15000"/>
              </a:schemeClr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C3892A1-CA2B-033A-4E6A-6200043CF9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9143" y="459107"/>
            <a:ext cx="439057" cy="439057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  <a:ln w="15875">
            <a:solidFill>
              <a:schemeClr val="accent1">
                <a:shade val="15000"/>
              </a:schemeClr>
            </a:solidFill>
          </a:ln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759EA86-A7F7-DB21-C03D-35C98E9C3E43}"/>
              </a:ext>
            </a:extLst>
          </p:cNvPr>
          <p:cNvSpPr/>
          <p:nvPr/>
        </p:nvSpPr>
        <p:spPr>
          <a:xfrm>
            <a:off x="3100070" y="652594"/>
            <a:ext cx="439057" cy="439057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E5E29DA-B841-8752-6679-825F4FF5B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696" y="652593"/>
            <a:ext cx="439057" cy="439057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6FE49AB-AAF5-B678-6FD3-A795F6B37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636" y="558237"/>
            <a:ext cx="617347" cy="61734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A69C587-E951-81B1-1636-4D2C568B60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7246" y="287558"/>
            <a:ext cx="365035" cy="365035"/>
          </a:xfrm>
          <a:prstGeom prst="rect">
            <a:avLst/>
          </a:prstGeom>
        </p:spPr>
      </p:pic>
      <p:cxnSp>
        <p:nvCxnSpPr>
          <p:cNvPr id="21" name="曲线连接符 20">
            <a:extLst>
              <a:ext uri="{FF2B5EF4-FFF2-40B4-BE49-F238E27FC236}">
                <a16:creationId xmlns:a16="http://schemas.microsoft.com/office/drawing/2014/main" id="{E7F95D7F-29D4-9AEB-D37B-E564318A8A77}"/>
              </a:ext>
            </a:extLst>
          </p:cNvPr>
          <p:cNvCxnSpPr>
            <a:stCxn id="9" idx="3"/>
            <a:endCxn id="13" idx="1"/>
          </p:cNvCxnSpPr>
          <p:nvPr/>
        </p:nvCxnSpPr>
        <p:spPr>
          <a:xfrm flipV="1">
            <a:off x="1946234" y="678636"/>
            <a:ext cx="332909" cy="19348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曲线连接符 22">
            <a:extLst>
              <a:ext uri="{FF2B5EF4-FFF2-40B4-BE49-F238E27FC236}">
                <a16:creationId xmlns:a16="http://schemas.microsoft.com/office/drawing/2014/main" id="{AA393A5B-49B9-C1CF-E52F-8ED0640D02C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2718197" y="678636"/>
            <a:ext cx="381870" cy="19348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曲线连接符 25">
            <a:extLst>
              <a:ext uri="{FF2B5EF4-FFF2-40B4-BE49-F238E27FC236}">
                <a16:creationId xmlns:a16="http://schemas.microsoft.com/office/drawing/2014/main" id="{E4DFB5B0-8235-6138-FE5E-5A2EAEA33CC8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3539127" y="872123"/>
            <a:ext cx="332909" cy="14300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曲线连接符 29">
            <a:extLst>
              <a:ext uri="{FF2B5EF4-FFF2-40B4-BE49-F238E27FC236}">
                <a16:creationId xmlns:a16="http://schemas.microsoft.com/office/drawing/2014/main" id="{82F5DA44-133A-D546-FDC4-37705258D609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4311093" y="872120"/>
            <a:ext cx="386603" cy="14301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3C11EDFF-CA23-ED13-B987-4EEDEBE58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508" y="617313"/>
            <a:ext cx="617347" cy="617347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9804CE6-9469-D208-896E-4413C812B7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663" y="256443"/>
            <a:ext cx="439057" cy="439057"/>
          </a:xfrm>
          <a:prstGeom prst="rect">
            <a:avLst/>
          </a:prstGeom>
        </p:spPr>
      </p:pic>
      <p:sp>
        <p:nvSpPr>
          <p:cNvPr id="42" name="云形标注 41">
            <a:extLst>
              <a:ext uri="{FF2B5EF4-FFF2-40B4-BE49-F238E27FC236}">
                <a16:creationId xmlns:a16="http://schemas.microsoft.com/office/drawing/2014/main" id="{980BEA3D-F8FA-CB73-1979-94A0575B7DF5}"/>
              </a:ext>
            </a:extLst>
          </p:cNvPr>
          <p:cNvSpPr/>
          <p:nvPr/>
        </p:nvSpPr>
        <p:spPr>
          <a:xfrm rot="21039758" flipH="1">
            <a:off x="6198221" y="202558"/>
            <a:ext cx="957943" cy="546824"/>
          </a:xfrm>
          <a:prstGeom prst="cloud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28E20247-DA37-DBC3-E00C-37CE7F3176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8562" y="680464"/>
            <a:ext cx="439057" cy="439057"/>
          </a:xfrm>
          <a:prstGeom prst="rect">
            <a:avLst/>
          </a:prstGeom>
          <a:ln w="15875">
            <a:solidFill>
              <a:schemeClr val="accent1">
                <a:shade val="15000"/>
              </a:schemeClr>
            </a:solidFill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61EDDFC9-0A33-E7E9-2DBE-7F12262F9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1021" y="586107"/>
            <a:ext cx="617347" cy="617347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E5DF67A6-51E0-25D5-50F9-BAA7815793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2874" y="329058"/>
            <a:ext cx="365034" cy="365034"/>
          </a:xfrm>
          <a:prstGeom prst="rect">
            <a:avLst/>
          </a:prstGeom>
        </p:spPr>
      </p:pic>
      <p:cxnSp>
        <p:nvCxnSpPr>
          <p:cNvPr id="50" name="曲线连接符 49">
            <a:extLst>
              <a:ext uri="{FF2B5EF4-FFF2-40B4-BE49-F238E27FC236}">
                <a16:creationId xmlns:a16="http://schemas.microsoft.com/office/drawing/2014/main" id="{A447C5DA-68BA-1007-BA20-DBE3C9861059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7877616" y="894780"/>
            <a:ext cx="1132868" cy="521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E0EE1F55-9BA6-CEF4-F359-C86A29602897}"/>
              </a:ext>
            </a:extLst>
          </p:cNvPr>
          <p:cNvCxnSpPr>
            <a:cxnSpLocks/>
          </p:cNvCxnSpPr>
          <p:nvPr/>
        </p:nvCxnSpPr>
        <p:spPr>
          <a:xfrm>
            <a:off x="9449544" y="894778"/>
            <a:ext cx="1171389" cy="5212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图片 58">
            <a:extLst>
              <a:ext uri="{FF2B5EF4-FFF2-40B4-BE49-F238E27FC236}">
                <a16:creationId xmlns:a16="http://schemas.microsoft.com/office/drawing/2014/main" id="{FEBC530D-ECF0-AB99-D1A1-DA5E4F264F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9940" y="677855"/>
            <a:ext cx="433846" cy="433846"/>
          </a:xfrm>
          <a:prstGeom prst="rect">
            <a:avLst/>
          </a:prstGeom>
          <a:ln w="15875">
            <a:solidFill>
              <a:schemeClr val="accent1">
                <a:shade val="15000"/>
              </a:schemeClr>
            </a:solidFill>
          </a:ln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0CE8D1E2-D958-F993-2BDE-DF89107E5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2765" y="672646"/>
            <a:ext cx="439057" cy="439057"/>
          </a:xfrm>
          <a:prstGeom prst="rect">
            <a:avLst/>
          </a:prstGeom>
          <a:ln w="15875">
            <a:solidFill>
              <a:schemeClr val="accent1">
                <a:shade val="15000"/>
              </a:schemeClr>
            </a:solidFill>
          </a:ln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83B6F2B0-575B-2F18-0445-FCAC8E89FB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5693" y="295169"/>
            <a:ext cx="644284" cy="644284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C54B516C-FB00-864F-A4CD-FB77EF4FD1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4104" y="318440"/>
            <a:ext cx="644284" cy="644284"/>
          </a:xfrm>
          <a:prstGeom prst="rect">
            <a:avLst/>
          </a:prstGeom>
        </p:spPr>
      </p:pic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4A10E48B-2D44-4A2A-35C0-D023451C333E}"/>
              </a:ext>
            </a:extLst>
          </p:cNvPr>
          <p:cNvCxnSpPr>
            <a:cxnSpLocks/>
          </p:cNvCxnSpPr>
          <p:nvPr/>
        </p:nvCxnSpPr>
        <p:spPr>
          <a:xfrm>
            <a:off x="1507174" y="1356291"/>
            <a:ext cx="0" cy="413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82C68259-8618-F816-4F46-4977D7EED961}"/>
              </a:ext>
            </a:extLst>
          </p:cNvPr>
          <p:cNvCxnSpPr/>
          <p:nvPr/>
        </p:nvCxnSpPr>
        <p:spPr>
          <a:xfrm>
            <a:off x="3270659" y="1345405"/>
            <a:ext cx="0" cy="413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E4208E2C-5DF4-E744-CEAB-30FC68464C9B}"/>
              </a:ext>
            </a:extLst>
          </p:cNvPr>
          <p:cNvCxnSpPr/>
          <p:nvPr/>
        </p:nvCxnSpPr>
        <p:spPr>
          <a:xfrm>
            <a:off x="1507177" y="1552234"/>
            <a:ext cx="176348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932DDD86-34F1-607E-3930-CC5897C46EB6}"/>
              </a:ext>
            </a:extLst>
          </p:cNvPr>
          <p:cNvCxnSpPr/>
          <p:nvPr/>
        </p:nvCxnSpPr>
        <p:spPr>
          <a:xfrm>
            <a:off x="3270659" y="1356291"/>
            <a:ext cx="0" cy="413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0A55EF6C-D829-C6AD-AFA4-5ABC6763EF05}"/>
              </a:ext>
            </a:extLst>
          </p:cNvPr>
          <p:cNvCxnSpPr/>
          <p:nvPr/>
        </p:nvCxnSpPr>
        <p:spPr>
          <a:xfrm>
            <a:off x="5034144" y="1345405"/>
            <a:ext cx="0" cy="413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46E32D8A-EAB8-7584-9D79-FBD9BE634FAD}"/>
              </a:ext>
            </a:extLst>
          </p:cNvPr>
          <p:cNvCxnSpPr/>
          <p:nvPr/>
        </p:nvCxnSpPr>
        <p:spPr>
          <a:xfrm>
            <a:off x="3270662" y="1552234"/>
            <a:ext cx="176348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18131186-6443-AC03-AFA8-FBAB78C66843}"/>
              </a:ext>
            </a:extLst>
          </p:cNvPr>
          <p:cNvSpPr txBox="1"/>
          <p:nvPr/>
        </p:nvSpPr>
        <p:spPr>
          <a:xfrm>
            <a:off x="1603579" y="1224566"/>
            <a:ext cx="156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Process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C55444B-A779-CB75-EDC0-376A68B12425}"/>
              </a:ext>
            </a:extLst>
          </p:cNvPr>
          <p:cNvSpPr txBox="1"/>
          <p:nvPr/>
        </p:nvSpPr>
        <p:spPr>
          <a:xfrm>
            <a:off x="3367063" y="1224566"/>
            <a:ext cx="1526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Process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9578459B-96CC-79D2-16E6-7710C876A522}"/>
              </a:ext>
            </a:extLst>
          </p:cNvPr>
          <p:cNvCxnSpPr>
            <a:cxnSpLocks/>
          </p:cNvCxnSpPr>
          <p:nvPr/>
        </p:nvCxnSpPr>
        <p:spPr>
          <a:xfrm>
            <a:off x="7462666" y="1345405"/>
            <a:ext cx="0" cy="413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43968517-6FC4-8D65-EF38-24D02DD749BB}"/>
              </a:ext>
            </a:extLst>
          </p:cNvPr>
          <p:cNvCxnSpPr/>
          <p:nvPr/>
        </p:nvCxnSpPr>
        <p:spPr>
          <a:xfrm>
            <a:off x="9226151" y="1334519"/>
            <a:ext cx="0" cy="413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C5EB5FFB-FD20-92A3-C2CF-D8636B0E8810}"/>
              </a:ext>
            </a:extLst>
          </p:cNvPr>
          <p:cNvCxnSpPr/>
          <p:nvPr/>
        </p:nvCxnSpPr>
        <p:spPr>
          <a:xfrm>
            <a:off x="7462669" y="1541348"/>
            <a:ext cx="176348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774E9DB9-B628-BE3F-EDA0-D0CC93E87E05}"/>
              </a:ext>
            </a:extLst>
          </p:cNvPr>
          <p:cNvCxnSpPr/>
          <p:nvPr/>
        </p:nvCxnSpPr>
        <p:spPr>
          <a:xfrm>
            <a:off x="9226151" y="1345405"/>
            <a:ext cx="0" cy="413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B57FC964-8A8E-5BDA-ECDD-9E81A09A6738}"/>
              </a:ext>
            </a:extLst>
          </p:cNvPr>
          <p:cNvCxnSpPr/>
          <p:nvPr/>
        </p:nvCxnSpPr>
        <p:spPr>
          <a:xfrm>
            <a:off x="10989636" y="1334519"/>
            <a:ext cx="0" cy="413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465CCD45-04DF-F9C1-8CEA-EA581D2658B9}"/>
              </a:ext>
            </a:extLst>
          </p:cNvPr>
          <p:cNvCxnSpPr/>
          <p:nvPr/>
        </p:nvCxnSpPr>
        <p:spPr>
          <a:xfrm>
            <a:off x="9226154" y="1541348"/>
            <a:ext cx="176348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E87F6CD-DDD6-F279-48FB-CE639ACBCB93}"/>
              </a:ext>
            </a:extLst>
          </p:cNvPr>
          <p:cNvSpPr txBox="1"/>
          <p:nvPr/>
        </p:nvSpPr>
        <p:spPr>
          <a:xfrm>
            <a:off x="7559071" y="1213680"/>
            <a:ext cx="156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Process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3F172CFC-65CB-0AAA-0187-B8E3CE095EA9}"/>
              </a:ext>
            </a:extLst>
          </p:cNvPr>
          <p:cNvSpPr txBox="1"/>
          <p:nvPr/>
        </p:nvSpPr>
        <p:spPr>
          <a:xfrm>
            <a:off x="9322555" y="1213680"/>
            <a:ext cx="1526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Process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639AA801-7AA1-0E98-2B2B-200F2EAC3A6D}"/>
              </a:ext>
            </a:extLst>
          </p:cNvPr>
          <p:cNvCxnSpPr>
            <a:cxnSpLocks/>
          </p:cNvCxnSpPr>
          <p:nvPr/>
        </p:nvCxnSpPr>
        <p:spPr>
          <a:xfrm>
            <a:off x="6038510" y="128468"/>
            <a:ext cx="0" cy="21913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C6B2EFD5-5449-DF1B-AA5D-2FDF76477A6D}"/>
              </a:ext>
            </a:extLst>
          </p:cNvPr>
          <p:cNvSpPr txBox="1"/>
          <p:nvPr/>
        </p:nvSpPr>
        <p:spPr>
          <a:xfrm>
            <a:off x="1630108" y="1919706"/>
            <a:ext cx="3263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 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oise”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ormulation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6E82D80-4B94-EBF2-6CC1-C9D169287836}"/>
              </a:ext>
            </a:extLst>
          </p:cNvPr>
          <p:cNvSpPr txBox="1"/>
          <p:nvPr/>
        </p:nvSpPr>
        <p:spPr>
          <a:xfrm>
            <a:off x="7308085" y="1919706"/>
            <a:ext cx="3622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 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ormulation</a:t>
            </a: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9D8A794B-B8FE-1389-53BC-965714C0FA69}"/>
              </a:ext>
            </a:extLst>
          </p:cNvPr>
          <p:cNvCxnSpPr/>
          <p:nvPr/>
        </p:nvCxnSpPr>
        <p:spPr>
          <a:xfrm>
            <a:off x="2331372" y="2119761"/>
            <a:ext cx="334597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303C5101-3FAB-D8E9-C70D-88CC5C0843DC}"/>
              </a:ext>
            </a:extLst>
          </p:cNvPr>
          <p:cNvCxnSpPr/>
          <p:nvPr/>
        </p:nvCxnSpPr>
        <p:spPr>
          <a:xfrm>
            <a:off x="8004497" y="2119761"/>
            <a:ext cx="334597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266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23</Words>
  <Application>Microsoft Macintosh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白移梦</dc:creator>
  <cp:lastModifiedBy>白移梦</cp:lastModifiedBy>
  <cp:revision>5</cp:revision>
  <dcterms:created xsi:type="dcterms:W3CDTF">2026-05-07T06:51:29Z</dcterms:created>
  <dcterms:modified xsi:type="dcterms:W3CDTF">2026-05-07T07:30:52Z</dcterms:modified>
</cp:coreProperties>
</file>