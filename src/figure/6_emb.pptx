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1"/>
  </p:sldMasterIdLst>
  <p:sldIdLst>
    <p:sldId id="256" r:id="rId2"/>
  </p:sldIdLst>
  <p:sldSz cx="52562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86"/>
    <p:restoredTop sz="94694"/>
  </p:normalViewPr>
  <p:slideViewPr>
    <p:cSldViewPr snapToGrid="0">
      <p:cViewPr>
        <p:scale>
          <a:sx n="104" d="100"/>
          <a:sy n="104" d="100"/>
        </p:scale>
        <p:origin x="264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4216" y="1237197"/>
            <a:ext cx="4467781" cy="2631887"/>
          </a:xfrm>
        </p:spPr>
        <p:txBody>
          <a:bodyPr anchor="b"/>
          <a:lstStyle>
            <a:lvl1pPr algn="ctr">
              <a:defRPr sz="3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7027" y="3970580"/>
            <a:ext cx="3942160" cy="1825171"/>
          </a:xfrm>
        </p:spPr>
        <p:txBody>
          <a:bodyPr/>
          <a:lstStyle>
            <a:lvl1pPr marL="0" indent="0" algn="ctr">
              <a:buNone/>
              <a:defRPr sz="1380"/>
            </a:lvl1pPr>
            <a:lvl2pPr marL="262799" indent="0" algn="ctr">
              <a:buNone/>
              <a:defRPr sz="1150"/>
            </a:lvl2pPr>
            <a:lvl3pPr marL="525597" indent="0" algn="ctr">
              <a:buNone/>
              <a:defRPr sz="1035"/>
            </a:lvl3pPr>
            <a:lvl4pPr marL="788396" indent="0" algn="ctr">
              <a:buNone/>
              <a:defRPr sz="920"/>
            </a:lvl4pPr>
            <a:lvl5pPr marL="1051194" indent="0" algn="ctr">
              <a:buNone/>
              <a:defRPr sz="920"/>
            </a:lvl5pPr>
            <a:lvl6pPr marL="1313993" indent="0" algn="ctr">
              <a:buNone/>
              <a:defRPr sz="920"/>
            </a:lvl6pPr>
            <a:lvl7pPr marL="1576791" indent="0" algn="ctr">
              <a:buNone/>
              <a:defRPr sz="920"/>
            </a:lvl7pPr>
            <a:lvl8pPr marL="1839590" indent="0" algn="ctr">
              <a:buNone/>
              <a:defRPr sz="920"/>
            </a:lvl8pPr>
            <a:lvl9pPr marL="2102388" indent="0" algn="ctr">
              <a:buNone/>
              <a:defRPr sz="9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15462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31484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627" y="1884671"/>
            <a:ext cx="4533484" cy="3144614"/>
          </a:xfrm>
        </p:spPr>
        <p:txBody>
          <a:bodyPr anchor="b"/>
          <a:lstStyle>
            <a:lvl1pPr>
              <a:defRPr sz="3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627" y="5059035"/>
            <a:ext cx="4533484" cy="1653678"/>
          </a:xfrm>
        </p:spPr>
        <p:txBody>
          <a:bodyPr/>
          <a:lstStyle>
            <a:lvl1pPr marL="0" indent="0">
              <a:buNone/>
              <a:defRPr sz="1380">
                <a:solidFill>
                  <a:schemeClr val="tx1">
                    <a:tint val="82000"/>
                  </a:schemeClr>
                </a:solidFill>
              </a:defRPr>
            </a:lvl1pPr>
            <a:lvl2pPr marL="262799" indent="0">
              <a:buNone/>
              <a:defRPr sz="1150">
                <a:solidFill>
                  <a:schemeClr val="tx1">
                    <a:tint val="82000"/>
                  </a:schemeClr>
                </a:solidFill>
              </a:defRPr>
            </a:lvl2pPr>
            <a:lvl3pPr marL="525597" indent="0">
              <a:buNone/>
              <a:defRPr sz="1035">
                <a:solidFill>
                  <a:schemeClr val="tx1">
                    <a:tint val="82000"/>
                  </a:schemeClr>
                </a:solidFill>
              </a:defRPr>
            </a:lvl3pPr>
            <a:lvl4pPr marL="788396" indent="0">
              <a:buNone/>
              <a:defRPr sz="920">
                <a:solidFill>
                  <a:schemeClr val="tx1">
                    <a:tint val="82000"/>
                  </a:schemeClr>
                </a:solidFill>
              </a:defRPr>
            </a:lvl4pPr>
            <a:lvl5pPr marL="1051194" indent="0">
              <a:buNone/>
              <a:defRPr sz="920">
                <a:solidFill>
                  <a:schemeClr val="tx1">
                    <a:tint val="82000"/>
                  </a:schemeClr>
                </a:solidFill>
              </a:defRPr>
            </a:lvl5pPr>
            <a:lvl6pPr marL="1313993" indent="0">
              <a:buNone/>
              <a:defRPr sz="920">
                <a:solidFill>
                  <a:schemeClr val="tx1">
                    <a:tint val="82000"/>
                  </a:schemeClr>
                </a:solidFill>
              </a:defRPr>
            </a:lvl6pPr>
            <a:lvl7pPr marL="1576791" indent="0">
              <a:buNone/>
              <a:defRPr sz="920">
                <a:solidFill>
                  <a:schemeClr val="tx1">
                    <a:tint val="82000"/>
                  </a:schemeClr>
                </a:solidFill>
              </a:defRPr>
            </a:lvl7pPr>
            <a:lvl8pPr marL="1839590" indent="0">
              <a:buNone/>
              <a:defRPr sz="920">
                <a:solidFill>
                  <a:schemeClr val="tx1">
                    <a:tint val="82000"/>
                  </a:schemeClr>
                </a:solidFill>
              </a:defRPr>
            </a:lvl8pPr>
            <a:lvl9pPr marL="2102388" indent="0">
              <a:buNone/>
              <a:defRPr sz="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61811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1364" y="2012414"/>
            <a:ext cx="2233891" cy="47965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60958" y="2012414"/>
            <a:ext cx="2233891" cy="47965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000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049" y="402484"/>
            <a:ext cx="4533484" cy="146118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2050" y="1853171"/>
            <a:ext cx="2223624" cy="908210"/>
          </a:xfrm>
        </p:spPr>
        <p:txBody>
          <a:bodyPr anchor="b"/>
          <a:lstStyle>
            <a:lvl1pPr marL="0" indent="0">
              <a:buNone/>
              <a:defRPr sz="1380" b="1"/>
            </a:lvl1pPr>
            <a:lvl2pPr marL="262799" indent="0">
              <a:buNone/>
              <a:defRPr sz="1150" b="1"/>
            </a:lvl2pPr>
            <a:lvl3pPr marL="525597" indent="0">
              <a:buNone/>
              <a:defRPr sz="1035" b="1"/>
            </a:lvl3pPr>
            <a:lvl4pPr marL="788396" indent="0">
              <a:buNone/>
              <a:defRPr sz="920" b="1"/>
            </a:lvl4pPr>
            <a:lvl5pPr marL="1051194" indent="0">
              <a:buNone/>
              <a:defRPr sz="920" b="1"/>
            </a:lvl5pPr>
            <a:lvl6pPr marL="1313993" indent="0">
              <a:buNone/>
              <a:defRPr sz="920" b="1"/>
            </a:lvl6pPr>
            <a:lvl7pPr marL="1576791" indent="0">
              <a:buNone/>
              <a:defRPr sz="920" b="1"/>
            </a:lvl7pPr>
            <a:lvl8pPr marL="1839590" indent="0">
              <a:buNone/>
              <a:defRPr sz="920" b="1"/>
            </a:lvl8pPr>
            <a:lvl9pPr marL="2102388" indent="0">
              <a:buNone/>
              <a:defRPr sz="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2050" y="2761381"/>
            <a:ext cx="2223624" cy="40615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60958" y="1853171"/>
            <a:ext cx="2234575" cy="908210"/>
          </a:xfrm>
        </p:spPr>
        <p:txBody>
          <a:bodyPr anchor="b"/>
          <a:lstStyle>
            <a:lvl1pPr marL="0" indent="0">
              <a:buNone/>
              <a:defRPr sz="1380" b="1"/>
            </a:lvl1pPr>
            <a:lvl2pPr marL="262799" indent="0">
              <a:buNone/>
              <a:defRPr sz="1150" b="1"/>
            </a:lvl2pPr>
            <a:lvl3pPr marL="525597" indent="0">
              <a:buNone/>
              <a:defRPr sz="1035" b="1"/>
            </a:lvl3pPr>
            <a:lvl4pPr marL="788396" indent="0">
              <a:buNone/>
              <a:defRPr sz="920" b="1"/>
            </a:lvl4pPr>
            <a:lvl5pPr marL="1051194" indent="0">
              <a:buNone/>
              <a:defRPr sz="920" b="1"/>
            </a:lvl5pPr>
            <a:lvl6pPr marL="1313993" indent="0">
              <a:buNone/>
              <a:defRPr sz="920" b="1"/>
            </a:lvl6pPr>
            <a:lvl7pPr marL="1576791" indent="0">
              <a:buNone/>
              <a:defRPr sz="920" b="1"/>
            </a:lvl7pPr>
            <a:lvl8pPr marL="1839590" indent="0">
              <a:buNone/>
              <a:defRPr sz="920" b="1"/>
            </a:lvl8pPr>
            <a:lvl9pPr marL="2102388" indent="0">
              <a:buNone/>
              <a:defRPr sz="9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60958" y="2761381"/>
            <a:ext cx="2234575" cy="406157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7139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9890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3447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049" y="503978"/>
            <a:ext cx="1695266" cy="1763924"/>
          </a:xfrm>
        </p:spPr>
        <p:txBody>
          <a:bodyPr anchor="b"/>
          <a:lstStyle>
            <a:lvl1pPr>
              <a:defRPr sz="18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4575" y="1088455"/>
            <a:ext cx="2660958" cy="5372269"/>
          </a:xfrm>
        </p:spPr>
        <p:txBody>
          <a:bodyPr/>
          <a:lstStyle>
            <a:lvl1pPr>
              <a:defRPr sz="1839"/>
            </a:lvl1pPr>
            <a:lvl2pPr>
              <a:defRPr sz="1609"/>
            </a:lvl2pPr>
            <a:lvl3pPr>
              <a:defRPr sz="1380"/>
            </a:lvl3pPr>
            <a:lvl4pPr>
              <a:defRPr sz="1150"/>
            </a:lvl4pPr>
            <a:lvl5pPr>
              <a:defRPr sz="1150"/>
            </a:lvl5pPr>
            <a:lvl6pPr>
              <a:defRPr sz="1150"/>
            </a:lvl6pPr>
            <a:lvl7pPr>
              <a:defRPr sz="1150"/>
            </a:lvl7pPr>
            <a:lvl8pPr>
              <a:defRPr sz="1150"/>
            </a:lvl8pPr>
            <a:lvl9pPr>
              <a:defRPr sz="1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2049" y="2267902"/>
            <a:ext cx="1695266" cy="4201570"/>
          </a:xfrm>
        </p:spPr>
        <p:txBody>
          <a:bodyPr/>
          <a:lstStyle>
            <a:lvl1pPr marL="0" indent="0">
              <a:buNone/>
              <a:defRPr sz="920"/>
            </a:lvl1pPr>
            <a:lvl2pPr marL="262799" indent="0">
              <a:buNone/>
              <a:defRPr sz="805"/>
            </a:lvl2pPr>
            <a:lvl3pPr marL="525597" indent="0">
              <a:buNone/>
              <a:defRPr sz="690"/>
            </a:lvl3pPr>
            <a:lvl4pPr marL="788396" indent="0">
              <a:buNone/>
              <a:defRPr sz="575"/>
            </a:lvl4pPr>
            <a:lvl5pPr marL="1051194" indent="0">
              <a:buNone/>
              <a:defRPr sz="575"/>
            </a:lvl5pPr>
            <a:lvl6pPr marL="1313993" indent="0">
              <a:buNone/>
              <a:defRPr sz="575"/>
            </a:lvl6pPr>
            <a:lvl7pPr marL="1576791" indent="0">
              <a:buNone/>
              <a:defRPr sz="575"/>
            </a:lvl7pPr>
            <a:lvl8pPr marL="1839590" indent="0">
              <a:buNone/>
              <a:defRPr sz="575"/>
            </a:lvl8pPr>
            <a:lvl9pPr marL="2102388" indent="0">
              <a:buNone/>
              <a:defRPr sz="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5567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2049" y="503978"/>
            <a:ext cx="1695266" cy="1763924"/>
          </a:xfrm>
        </p:spPr>
        <p:txBody>
          <a:bodyPr anchor="b"/>
          <a:lstStyle>
            <a:lvl1pPr>
              <a:defRPr sz="18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34575" y="1088455"/>
            <a:ext cx="2660958" cy="5372269"/>
          </a:xfrm>
        </p:spPr>
        <p:txBody>
          <a:bodyPr anchor="t"/>
          <a:lstStyle>
            <a:lvl1pPr marL="0" indent="0">
              <a:buNone/>
              <a:defRPr sz="1839"/>
            </a:lvl1pPr>
            <a:lvl2pPr marL="262799" indent="0">
              <a:buNone/>
              <a:defRPr sz="1609"/>
            </a:lvl2pPr>
            <a:lvl3pPr marL="525597" indent="0">
              <a:buNone/>
              <a:defRPr sz="1380"/>
            </a:lvl3pPr>
            <a:lvl4pPr marL="788396" indent="0">
              <a:buNone/>
              <a:defRPr sz="1150"/>
            </a:lvl4pPr>
            <a:lvl5pPr marL="1051194" indent="0">
              <a:buNone/>
              <a:defRPr sz="1150"/>
            </a:lvl5pPr>
            <a:lvl6pPr marL="1313993" indent="0">
              <a:buNone/>
              <a:defRPr sz="1150"/>
            </a:lvl6pPr>
            <a:lvl7pPr marL="1576791" indent="0">
              <a:buNone/>
              <a:defRPr sz="1150"/>
            </a:lvl7pPr>
            <a:lvl8pPr marL="1839590" indent="0">
              <a:buNone/>
              <a:defRPr sz="1150"/>
            </a:lvl8pPr>
            <a:lvl9pPr marL="2102388" indent="0">
              <a:buNone/>
              <a:defRPr sz="1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2049" y="2267902"/>
            <a:ext cx="1695266" cy="4201570"/>
          </a:xfrm>
        </p:spPr>
        <p:txBody>
          <a:bodyPr/>
          <a:lstStyle>
            <a:lvl1pPr marL="0" indent="0">
              <a:buNone/>
              <a:defRPr sz="920"/>
            </a:lvl1pPr>
            <a:lvl2pPr marL="262799" indent="0">
              <a:buNone/>
              <a:defRPr sz="805"/>
            </a:lvl2pPr>
            <a:lvl3pPr marL="525597" indent="0">
              <a:buNone/>
              <a:defRPr sz="690"/>
            </a:lvl3pPr>
            <a:lvl4pPr marL="788396" indent="0">
              <a:buNone/>
              <a:defRPr sz="575"/>
            </a:lvl4pPr>
            <a:lvl5pPr marL="1051194" indent="0">
              <a:buNone/>
              <a:defRPr sz="575"/>
            </a:lvl5pPr>
            <a:lvl6pPr marL="1313993" indent="0">
              <a:buNone/>
              <a:defRPr sz="575"/>
            </a:lvl6pPr>
            <a:lvl7pPr marL="1576791" indent="0">
              <a:buNone/>
              <a:defRPr sz="575"/>
            </a:lvl7pPr>
            <a:lvl8pPr marL="1839590" indent="0">
              <a:buNone/>
              <a:defRPr sz="575"/>
            </a:lvl8pPr>
            <a:lvl9pPr marL="2102388" indent="0">
              <a:buNone/>
              <a:defRPr sz="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659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0588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761478" y="402483"/>
            <a:ext cx="1133371" cy="64064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61365" y="402483"/>
            <a:ext cx="3334410" cy="64064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0353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1365" y="402484"/>
            <a:ext cx="4533484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1365" y="2012414"/>
            <a:ext cx="4533484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1365" y="7006700"/>
            <a:ext cx="118264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5B4E7-CB62-1D48-9B6D-842A6792E445}" type="datetimeFigureOut">
              <a:rPr kumimoji="1" lang="zh-CN" altLang="en-US" smtClean="0"/>
              <a:t>2026/5/10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41121" y="7006700"/>
            <a:ext cx="177397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712200" y="7006700"/>
            <a:ext cx="118264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D5ACA-7948-9740-9779-4154AE620F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9907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525597" rtl="0" eaLnBrk="1" latinLnBrk="0" hangingPunct="1">
        <a:lnSpc>
          <a:spcPct val="90000"/>
        </a:lnSpc>
        <a:spcBef>
          <a:spcPct val="0"/>
        </a:spcBef>
        <a:buNone/>
        <a:defRPr sz="25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1399" indent="-131399" algn="l" defTabSz="525597" rtl="0" eaLnBrk="1" latinLnBrk="0" hangingPunct="1">
        <a:lnSpc>
          <a:spcPct val="90000"/>
        </a:lnSpc>
        <a:spcBef>
          <a:spcPts val="575"/>
        </a:spcBef>
        <a:buFont typeface="Arial" panose="020B0604020202020204" pitchFamily="34" charset="0"/>
        <a:buChar char="•"/>
        <a:defRPr sz="1609" kern="1200">
          <a:solidFill>
            <a:schemeClr val="tx1"/>
          </a:solidFill>
          <a:latin typeface="+mn-lt"/>
          <a:ea typeface="+mn-ea"/>
          <a:cs typeface="+mn-cs"/>
        </a:defRPr>
      </a:lvl1pPr>
      <a:lvl2pPr marL="394198" indent="-131399" algn="l" defTabSz="525597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sz="1380" kern="1200">
          <a:solidFill>
            <a:schemeClr val="tx1"/>
          </a:solidFill>
          <a:latin typeface="+mn-lt"/>
          <a:ea typeface="+mn-ea"/>
          <a:cs typeface="+mn-cs"/>
        </a:defRPr>
      </a:lvl2pPr>
      <a:lvl3pPr marL="656996" indent="-131399" algn="l" defTabSz="525597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3pPr>
      <a:lvl4pPr marL="919795" indent="-131399" algn="l" defTabSz="525597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4pPr>
      <a:lvl5pPr marL="1182594" indent="-131399" algn="l" defTabSz="525597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5pPr>
      <a:lvl6pPr marL="1445392" indent="-131399" algn="l" defTabSz="525597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6pPr>
      <a:lvl7pPr marL="1708191" indent="-131399" algn="l" defTabSz="525597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7pPr>
      <a:lvl8pPr marL="1970989" indent="-131399" algn="l" defTabSz="525597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8pPr>
      <a:lvl9pPr marL="2233788" indent="-131399" algn="l" defTabSz="525597" rtl="0" eaLnBrk="1" latinLnBrk="0" hangingPunct="1">
        <a:lnSpc>
          <a:spcPct val="90000"/>
        </a:lnSpc>
        <a:spcBef>
          <a:spcPts val="287"/>
        </a:spcBef>
        <a:buFont typeface="Arial" panose="020B0604020202020204" pitchFamily="34" charset="0"/>
        <a:buChar char="•"/>
        <a:defRPr sz="10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1pPr>
      <a:lvl2pPr marL="262799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2pPr>
      <a:lvl3pPr marL="525597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3pPr>
      <a:lvl4pPr marL="788396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4pPr>
      <a:lvl5pPr marL="1051194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5pPr>
      <a:lvl6pPr marL="1313993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6pPr>
      <a:lvl7pPr marL="1576791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7pPr>
      <a:lvl8pPr marL="1839590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8pPr>
      <a:lvl9pPr marL="2102388" algn="l" defTabSz="525597" rtl="0" eaLnBrk="1" latinLnBrk="0" hangingPunct="1">
        <a:defRPr sz="10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sv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sv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sv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sv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png"/><Relationship Id="rId35" Type="http://schemas.openxmlformats.org/officeDocument/2006/relationships/image" Target="../media/image34.svg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48D54CC2-CF5D-B0F1-9FCA-05D5A0DC3A3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374" y="225915"/>
            <a:ext cx="1224000" cy="1216800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E88FCA1F-379A-BD32-D934-8830B0E831D7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14761" y="224928"/>
            <a:ext cx="1224000" cy="1216800"/>
          </a:xfrm>
          <a:prstGeom prst="rect">
            <a:avLst/>
          </a:prstGeom>
        </p:spPr>
      </p:pic>
      <p:pic>
        <p:nvPicPr>
          <p:cNvPr id="11" name="图形 10">
            <a:extLst>
              <a:ext uri="{FF2B5EF4-FFF2-40B4-BE49-F238E27FC236}">
                <a16:creationId xmlns:a16="http://schemas.microsoft.com/office/drawing/2014/main" id="{16B0A2B7-168B-1FCC-6074-CD9F0E326940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739375" y="225915"/>
            <a:ext cx="1224000" cy="1216800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373B0CC4-0C89-690A-9745-721043FD69B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3875" y="225915"/>
            <a:ext cx="1224000" cy="12168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1E1476B3-74AF-5C66-B77F-E3EB8AF515A8}"/>
              </a:ext>
            </a:extLst>
          </p:cNvPr>
          <p:cNvPicPr>
            <a:picLocks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0373" y="1442057"/>
            <a:ext cx="1224000" cy="1216800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235FCDB6-AFB0-0DD9-E3B0-AF5DE12920B9}"/>
              </a:ext>
            </a:extLst>
          </p:cNvPr>
          <p:cNvPicPr>
            <a:picLocks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4873" y="1442057"/>
            <a:ext cx="1224000" cy="1216800"/>
          </a:xfrm>
          <a:prstGeom prst="rect">
            <a:avLst/>
          </a:prstGeom>
        </p:spPr>
      </p:pic>
      <p:pic>
        <p:nvPicPr>
          <p:cNvPr id="27" name="图形 26">
            <a:extLst>
              <a:ext uri="{FF2B5EF4-FFF2-40B4-BE49-F238E27FC236}">
                <a16:creationId xmlns:a16="http://schemas.microsoft.com/office/drawing/2014/main" id="{20483112-E2C8-2DB0-2B8D-59DDBBEB2E3F}"/>
              </a:ext>
            </a:extLst>
          </p:cNvPr>
          <p:cNvPicPr>
            <a:picLocks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739375" y="1442057"/>
            <a:ext cx="1224000" cy="1216800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15C671F8-D626-DB72-3CA3-4706C95E950D}"/>
              </a:ext>
            </a:extLst>
          </p:cNvPr>
          <p:cNvPicPr>
            <a:picLocks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63875" y="1442057"/>
            <a:ext cx="1224000" cy="1216800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A5C3DDC5-1428-7831-E581-4A2EB6850476}"/>
              </a:ext>
            </a:extLst>
          </p:cNvPr>
          <p:cNvPicPr>
            <a:picLocks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90372" y="2658199"/>
            <a:ext cx="1224000" cy="1216800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4FB04B1C-291E-AF86-3665-3C26B3FEC0C4}"/>
              </a:ext>
            </a:extLst>
          </p:cNvPr>
          <p:cNvPicPr>
            <a:picLocks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4870" y="2658199"/>
            <a:ext cx="1224000" cy="1216800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15D7986F-ECEF-3A84-F1E6-3A33CDDF275F}"/>
              </a:ext>
            </a:extLst>
          </p:cNvPr>
          <p:cNvPicPr>
            <a:picLocks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39375" y="2658199"/>
            <a:ext cx="1224000" cy="1216800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5C886882-2F3F-977D-5B07-87A7A19C1D67}"/>
              </a:ext>
            </a:extLst>
          </p:cNvPr>
          <p:cNvPicPr>
            <a:picLocks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963868" y="2658199"/>
            <a:ext cx="1224000" cy="1216800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22C0ECBF-74CA-DCF0-C7AD-B7796C14560C}"/>
              </a:ext>
            </a:extLst>
          </p:cNvPr>
          <p:cNvPicPr>
            <a:picLocks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90363" y="3874341"/>
            <a:ext cx="1224000" cy="1216800"/>
          </a:xfrm>
          <a:prstGeom prst="rect">
            <a:avLst/>
          </a:prstGeom>
        </p:spPr>
      </p:pic>
      <p:pic>
        <p:nvPicPr>
          <p:cNvPr id="53" name="图形 52">
            <a:extLst>
              <a:ext uri="{FF2B5EF4-FFF2-40B4-BE49-F238E27FC236}">
                <a16:creationId xmlns:a16="http://schemas.microsoft.com/office/drawing/2014/main" id="{959C474A-E718-FEEC-191A-E1D79953249B}"/>
              </a:ext>
            </a:extLst>
          </p:cNvPr>
          <p:cNvPicPr>
            <a:picLocks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514855" y="3874341"/>
            <a:ext cx="1224000" cy="1216800"/>
          </a:xfrm>
          <a:prstGeom prst="rect">
            <a:avLst/>
          </a:prstGeom>
        </p:spPr>
      </p:pic>
      <p:pic>
        <p:nvPicPr>
          <p:cNvPr id="55" name="图形 54">
            <a:extLst>
              <a:ext uri="{FF2B5EF4-FFF2-40B4-BE49-F238E27FC236}">
                <a16:creationId xmlns:a16="http://schemas.microsoft.com/office/drawing/2014/main" id="{FA142374-2931-8BBF-0B58-530A652D9C10}"/>
              </a:ext>
            </a:extLst>
          </p:cNvPr>
          <p:cNvPicPr>
            <a:picLocks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739365" y="3874341"/>
            <a:ext cx="1224000" cy="1216800"/>
          </a:xfrm>
          <a:prstGeom prst="rect">
            <a:avLst/>
          </a:prstGeom>
        </p:spPr>
      </p:pic>
      <p:pic>
        <p:nvPicPr>
          <p:cNvPr id="57" name="图形 56">
            <a:extLst>
              <a:ext uri="{FF2B5EF4-FFF2-40B4-BE49-F238E27FC236}">
                <a16:creationId xmlns:a16="http://schemas.microsoft.com/office/drawing/2014/main" id="{B721A120-E77F-B4FA-77E7-D7C865941882}"/>
              </a:ext>
            </a:extLst>
          </p:cNvPr>
          <p:cNvPicPr>
            <a:picLocks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963838" y="3874341"/>
            <a:ext cx="1224000" cy="1216800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8EEC71BC-B490-3545-A05B-23093428FBA8}"/>
              </a:ext>
            </a:extLst>
          </p:cNvPr>
          <p:cNvPicPr>
            <a:picLocks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90363" y="5090483"/>
            <a:ext cx="1224000" cy="1216800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48D83EED-3F4B-2412-9D92-64E35D654EF9}"/>
              </a:ext>
            </a:extLst>
          </p:cNvPr>
          <p:cNvPicPr>
            <a:picLocks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514855" y="5090483"/>
            <a:ext cx="1224000" cy="1216800"/>
          </a:xfrm>
          <a:prstGeom prst="rect">
            <a:avLst/>
          </a:prstGeom>
        </p:spPr>
      </p:pic>
      <p:pic>
        <p:nvPicPr>
          <p:cNvPr id="65" name="图形 64">
            <a:extLst>
              <a:ext uri="{FF2B5EF4-FFF2-40B4-BE49-F238E27FC236}">
                <a16:creationId xmlns:a16="http://schemas.microsoft.com/office/drawing/2014/main" id="{F7CFFED3-FA76-5D24-A5BA-3CE410655AF7}"/>
              </a:ext>
            </a:extLst>
          </p:cNvPr>
          <p:cNvPicPr>
            <a:picLocks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739308" y="5090483"/>
            <a:ext cx="1224000" cy="1216800"/>
          </a:xfrm>
          <a:prstGeom prst="rect">
            <a:avLst/>
          </a:prstGeom>
        </p:spPr>
      </p:pic>
      <p:pic>
        <p:nvPicPr>
          <p:cNvPr id="67" name="图形 66">
            <a:extLst>
              <a:ext uri="{FF2B5EF4-FFF2-40B4-BE49-F238E27FC236}">
                <a16:creationId xmlns:a16="http://schemas.microsoft.com/office/drawing/2014/main" id="{2240A7D1-938A-3FE8-D0DB-C00F1598ED64}"/>
              </a:ext>
            </a:extLst>
          </p:cNvPr>
          <p:cNvPicPr>
            <a:picLocks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963753" y="5090483"/>
            <a:ext cx="1224000" cy="1216800"/>
          </a:xfrm>
          <a:prstGeom prst="rect">
            <a:avLst/>
          </a:prstGeom>
        </p:spPr>
      </p:pic>
      <p:pic>
        <p:nvPicPr>
          <p:cNvPr id="69" name="图形 68">
            <a:extLst>
              <a:ext uri="{FF2B5EF4-FFF2-40B4-BE49-F238E27FC236}">
                <a16:creationId xmlns:a16="http://schemas.microsoft.com/office/drawing/2014/main" id="{EAF6D968-D693-FF16-D467-C03F96150525}"/>
              </a:ext>
            </a:extLst>
          </p:cNvPr>
          <p:cNvPicPr>
            <a:picLocks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90270" y="6306625"/>
            <a:ext cx="1224000" cy="1216800"/>
          </a:xfrm>
          <a:prstGeom prst="rect">
            <a:avLst/>
          </a:prstGeom>
        </p:spPr>
      </p:pic>
      <p:pic>
        <p:nvPicPr>
          <p:cNvPr id="71" name="图形 70">
            <a:extLst>
              <a:ext uri="{FF2B5EF4-FFF2-40B4-BE49-F238E27FC236}">
                <a16:creationId xmlns:a16="http://schemas.microsoft.com/office/drawing/2014/main" id="{3CCEC922-1B5C-4980-9C60-C4CE3F5CF94C}"/>
              </a:ext>
            </a:extLst>
          </p:cNvPr>
          <p:cNvPicPr>
            <a:picLocks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514761" y="6306625"/>
            <a:ext cx="1224000" cy="1216800"/>
          </a:xfrm>
          <a:prstGeom prst="rect">
            <a:avLst/>
          </a:prstGeom>
        </p:spPr>
      </p:pic>
      <p:pic>
        <p:nvPicPr>
          <p:cNvPr id="73" name="图形 72">
            <a:extLst>
              <a:ext uri="{FF2B5EF4-FFF2-40B4-BE49-F238E27FC236}">
                <a16:creationId xmlns:a16="http://schemas.microsoft.com/office/drawing/2014/main" id="{0F1F3E3E-3A3E-E652-2DDA-4516272C6D34}"/>
              </a:ext>
            </a:extLst>
          </p:cNvPr>
          <p:cNvPicPr>
            <a:picLocks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739227" y="6306623"/>
            <a:ext cx="1224000" cy="1216800"/>
          </a:xfrm>
          <a:prstGeom prst="rect">
            <a:avLst/>
          </a:prstGeom>
        </p:spPr>
      </p:pic>
      <p:pic>
        <p:nvPicPr>
          <p:cNvPr id="75" name="图形 74">
            <a:extLst>
              <a:ext uri="{FF2B5EF4-FFF2-40B4-BE49-F238E27FC236}">
                <a16:creationId xmlns:a16="http://schemas.microsoft.com/office/drawing/2014/main" id="{8D6F4666-BC31-79AE-50FC-F47746CACA54}"/>
              </a:ext>
            </a:extLst>
          </p:cNvPr>
          <p:cNvPicPr>
            <a:picLocks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3963594" y="6306625"/>
            <a:ext cx="1224000" cy="1216800"/>
          </a:xfrm>
          <a:prstGeom prst="rect">
            <a:avLst/>
          </a:prstGeom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4238FD61-9B1A-2E0A-105F-D7ACA5F95EAF}"/>
              </a:ext>
            </a:extLst>
          </p:cNvPr>
          <p:cNvSpPr txBox="1"/>
          <p:nvPr/>
        </p:nvSpPr>
        <p:spPr>
          <a:xfrm>
            <a:off x="364172" y="-36682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BBDRec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F38451D0-1302-3BD6-6CEC-1E26843AF4CB}"/>
              </a:ext>
            </a:extLst>
          </p:cNvPr>
          <p:cNvSpPr txBox="1"/>
          <p:nvPr/>
        </p:nvSpPr>
        <p:spPr>
          <a:xfrm>
            <a:off x="1588172" y="-37669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DiffuRec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99A20ABE-0027-362A-FD2A-3994F3264F7C}"/>
              </a:ext>
            </a:extLst>
          </p:cNvPr>
          <p:cNvSpPr txBox="1"/>
          <p:nvPr/>
        </p:nvSpPr>
        <p:spPr>
          <a:xfrm>
            <a:off x="2813138" y="-43424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DreamRec</a:t>
            </a:r>
            <a:endParaRPr kumimoji="1"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5B64F06F-95C8-FD14-913C-1C727049DAA1}"/>
              </a:ext>
            </a:extLst>
          </p:cNvPr>
          <p:cNvSpPr txBox="1"/>
          <p:nvPr/>
        </p:nvSpPr>
        <p:spPr>
          <a:xfrm>
            <a:off x="4037505" y="-36682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SASRec</a:t>
            </a:r>
            <a:endParaRPr kumimoji="1" lang="en-US" altLang="zh-C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4B8A27C7-E7B9-3CC1-561D-761DCBE61608}"/>
              </a:ext>
            </a:extLst>
          </p:cNvPr>
          <p:cNvSpPr txBox="1"/>
          <p:nvPr/>
        </p:nvSpPr>
        <p:spPr>
          <a:xfrm rot="16200000">
            <a:off x="-378827" y="703017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Baby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B9499051-6A74-0DCA-08B2-9C4D823C983A}"/>
              </a:ext>
            </a:extLst>
          </p:cNvPr>
          <p:cNvSpPr txBox="1"/>
          <p:nvPr/>
        </p:nvSpPr>
        <p:spPr>
          <a:xfrm rot="16200000">
            <a:off x="-378828" y="1884250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Beauty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9147C36-1194-DAF9-6AF6-99890A65D667}"/>
              </a:ext>
            </a:extLst>
          </p:cNvPr>
          <p:cNvSpPr txBox="1"/>
          <p:nvPr/>
        </p:nvSpPr>
        <p:spPr>
          <a:xfrm rot="16200000">
            <a:off x="-379027" y="3134643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ML-100K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01827FE-8D2E-B72A-91F1-AB8EE21F2007}"/>
              </a:ext>
            </a:extLst>
          </p:cNvPr>
          <p:cNvSpPr txBox="1"/>
          <p:nvPr/>
        </p:nvSpPr>
        <p:spPr>
          <a:xfrm rot="16200000">
            <a:off x="-379041" y="4351936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Sports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5E168EC6-3041-07C5-A8A6-C4B58F02CD97}"/>
              </a:ext>
            </a:extLst>
          </p:cNvPr>
          <p:cNvSpPr txBox="1"/>
          <p:nvPr/>
        </p:nvSpPr>
        <p:spPr>
          <a:xfrm rot="16200000">
            <a:off x="-379041" y="5568078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Toys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E06F1D6E-C843-4648-9029-ABC1409AC36F}"/>
              </a:ext>
            </a:extLst>
          </p:cNvPr>
          <p:cNvSpPr txBox="1"/>
          <p:nvPr/>
        </p:nvSpPr>
        <p:spPr>
          <a:xfrm rot="16200000">
            <a:off x="-379115" y="6784380"/>
            <a:ext cx="107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Yelp</a:t>
            </a:r>
            <a:endParaRPr kumimoji="1" lang="zh-CN" alt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757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</TotalTime>
  <Words>10</Words>
  <Application>Microsoft Macintosh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白移梦</dc:creator>
  <cp:lastModifiedBy>白移梦</cp:lastModifiedBy>
  <cp:revision>14</cp:revision>
  <dcterms:created xsi:type="dcterms:W3CDTF">2026-05-10T12:40:02Z</dcterms:created>
  <dcterms:modified xsi:type="dcterms:W3CDTF">2026-05-10T13:28:10Z</dcterms:modified>
</cp:coreProperties>
</file>